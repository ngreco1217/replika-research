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 background with heartbea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0" cy="6629400"/>
          </a:xfrm>
          <a:prstGeom prst="rect">
            <a:avLst/>
          </a:prstGeom>
        </p:spPr>
      </p:pic>
      <p:pic>
        <p:nvPicPr>
          <p:cNvPr id="3" name="Image 1" descr="Vanderbilt University V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31520"/>
            <a:ext cx="3931920" cy="276108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VANDERBILT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685800"/>
            <a:ext cx="31638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Between Moderate Physical Activity and Self-Reported Depression Outcomes</a:t>
            </a:r>
            <a:endParaRPr lang="en-US" sz="85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246120"/>
            <a:ext cx="3163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National Health Interview Survey, 2010–2023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4069080"/>
            <a:ext cx="3163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Greco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4983480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of Economics &amp; Psychology, Vanderbilt University, Nashville, TN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5413248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study conducted at Pace University (Pforzheimer Honors College), New York, NY.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719000" y="914400"/>
            <a:ext cx="5486400" cy="3017520"/>
          </a:xfrm>
          <a:prstGeom prst="roundRect">
            <a:avLst>
              <a:gd name="adj" fmla="val 9091"/>
            </a:avLst>
          </a:prstGeom>
          <a:solidFill>
            <a:srgbClr val="262626"/>
          </a:solidFill>
          <a:ln w="38100">
            <a:solidFill>
              <a:srgbClr val="CFAE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913560" y="1143000"/>
            <a:ext cx="1097280" cy="10972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8" y="1389888"/>
            <a:ext cx="603504" cy="603504"/>
          </a:xfrm>
          <a:prstGeom prst="rect">
            <a:avLst/>
          </a:prstGeom>
        </p:spPr>
      </p:pic>
      <p:sp>
        <p:nvSpPr>
          <p:cNvPr id="14" name="In-press badge"/>
          <p:cNvSpPr txBox="1"/>
          <p:nvPr/>
        </p:nvSpPr>
        <p:spPr>
          <a:xfrm>
            <a:off x="3794760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 press –</a:t>
            </a:r>
            <a:endParaRPr lang="en-US" sz="2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Undergraduate Journal of Public Health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685800" y="7086600"/>
            <a:ext cx="12252960" cy="100584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755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752551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20" name="Shape 14"/>
          <p:cNvSpPr/>
          <p:nvPr/>
        </p:nvSpPr>
        <p:spPr>
          <a:xfrm>
            <a:off x="109728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109728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6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adults had a major depressive episode in 2021 (8.3%; NIMH)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96824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96824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</a:t>
            </a:r>
            <a:endParaRPr lang="en-US" sz="6400" dirty="0"/>
          </a:p>
        </p:txBody>
      </p:sp>
      <p:sp>
        <p:nvSpPr>
          <p:cNvPr id="25" name="Text 19"/>
          <p:cNvSpPr txBox="1"/>
          <p:nvPr/>
        </p:nvSpPr>
        <p:spPr>
          <a:xfrm>
            <a:off x="510540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live with depression worldwide (WHO)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83920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83920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6400" dirty="0"/>
          </a:p>
        </p:txBody>
      </p:sp>
      <p:sp>
        <p:nvSpPr>
          <p:cNvPr id="28" name="Text 22"/>
          <p:cNvSpPr txBox="1"/>
          <p:nvPr/>
        </p:nvSpPr>
        <p:spPr>
          <a:xfrm>
            <a:off x="897636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 aged 18–25 had depression in 2020, up from 10.3% in 2015 (Goodwin et al., 2022)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09728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25400">
            <a:solidFill>
              <a:srgbClr val="BFBFB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2588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barriers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132588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87" y="11543751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96596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132588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487" y="12064959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96596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waitlists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132588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487" y="12586167"/>
            <a:ext cx="266273" cy="26627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96596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shortages</a:t>
            </a:r>
            <a:endParaRPr lang="en-US" sz="2400" dirty="0"/>
          </a:p>
        </p:txBody>
      </p:sp>
      <p:sp>
        <p:nvSpPr>
          <p:cNvPr id="40" name="Shape 31"/>
          <p:cNvSpPr/>
          <p:nvPr/>
        </p:nvSpPr>
        <p:spPr>
          <a:xfrm>
            <a:off x="694944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17804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2400" dirty="0"/>
          </a:p>
        </p:txBody>
      </p:sp>
      <p:sp>
        <p:nvSpPr>
          <p:cNvPr id="42" name="Shape 33"/>
          <p:cNvSpPr/>
          <p:nvPr/>
        </p:nvSpPr>
        <p:spPr>
          <a:xfrm>
            <a:off x="717804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647" y="11543751"/>
            <a:ext cx="266273" cy="26627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81812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</a:t>
            </a:r>
            <a:endParaRPr lang="en-US" sz="2400" dirty="0"/>
          </a:p>
        </p:txBody>
      </p:sp>
      <p:sp>
        <p:nvSpPr>
          <p:cNvPr id="45" name="Shape 35"/>
          <p:cNvSpPr/>
          <p:nvPr/>
        </p:nvSpPr>
        <p:spPr>
          <a:xfrm>
            <a:off x="717804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647" y="12064959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81812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prescription</a:t>
            </a:r>
            <a:endParaRPr lang="en-US" sz="2400" dirty="0"/>
          </a:p>
        </p:txBody>
      </p:sp>
      <p:sp>
        <p:nvSpPr>
          <p:cNvPr id="48" name="Shape 37"/>
          <p:cNvSpPr/>
          <p:nvPr/>
        </p:nvSpPr>
        <p:spPr>
          <a:xfrm>
            <a:off x="717804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2647" y="12586167"/>
            <a:ext cx="266273" cy="26627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81812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anywhere</a:t>
            </a:r>
            <a:endParaRPr lang="en-US" sz="2400" dirty="0"/>
          </a:p>
        </p:txBody>
      </p:sp>
      <p:sp>
        <p:nvSpPr>
          <p:cNvPr id="51" name="Shape 39"/>
          <p:cNvSpPr/>
          <p:nvPr/>
        </p:nvSpPr>
        <p:spPr>
          <a:xfrm>
            <a:off x="6492240" y="11612880"/>
            <a:ext cx="640080" cy="6400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6492240" y="1161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53" name="Text 41"/>
          <p:cNvSpPr txBox="1"/>
          <p:nvPr/>
        </p:nvSpPr>
        <p:spPr>
          <a:xfrm>
            <a:off x="1097280" y="132130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evidence: activity is linked to lower depression risk</a:t>
            </a:r>
            <a:endParaRPr lang="en-US" sz="2400" dirty="0"/>
          </a:p>
        </p:txBody>
      </p:sp>
      <p:sp>
        <p:nvSpPr>
          <p:cNvPr id="54" name="Text 42"/>
          <p:cNvSpPr txBox="1"/>
          <p:nvPr/>
        </p:nvSpPr>
        <p:spPr>
          <a:xfrm>
            <a:off x="1097280" y="136977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activity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Kandola et al., 2019</a:t>
            </a:r>
            <a:endParaRPr lang="en-US" sz="2000" dirty="0"/>
          </a:p>
        </p:txBody>
      </p:sp>
      <p:sp>
        <p:nvSpPr>
          <p:cNvPr id="55" name="Shape 43"/>
          <p:cNvSpPr/>
          <p:nvPr/>
        </p:nvSpPr>
        <p:spPr>
          <a:xfrm>
            <a:off x="5806440" y="13825728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E8D6A8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8869680" y="1376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lower odds</a:t>
            </a:r>
            <a:endParaRPr lang="en-US" sz="2000" dirty="0"/>
          </a:p>
        </p:txBody>
      </p:sp>
      <p:sp>
        <p:nvSpPr>
          <p:cNvPr id="57" name="Text 45"/>
          <p:cNvSpPr txBox="1"/>
          <p:nvPr/>
        </p:nvSpPr>
        <p:spPr>
          <a:xfrm>
            <a:off x="1097280" y="143377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recommended dose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 et al., 2022</a:t>
            </a:r>
            <a:endParaRPr lang="en-US" sz="2000" dirty="0"/>
          </a:p>
        </p:txBody>
      </p:sp>
      <p:sp>
        <p:nvSpPr>
          <p:cNvPr id="58" name="Shape 46"/>
          <p:cNvSpPr/>
          <p:nvPr/>
        </p:nvSpPr>
        <p:spPr>
          <a:xfrm>
            <a:off x="5806440" y="14465808"/>
            <a:ext cx="3127248" cy="411480"/>
          </a:xfrm>
          <a:prstGeom prst="roundRect">
            <a:avLst>
              <a:gd name="adj" fmla="val 48889"/>
            </a:avLst>
          </a:prstGeom>
          <a:solidFill>
            <a:srgbClr val="CFAE70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9043416" y="1440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lower risk</a:t>
            </a:r>
            <a:endParaRPr lang="en-US" sz="2000" dirty="0"/>
          </a:p>
        </p:txBody>
      </p:sp>
      <p:sp>
        <p:nvSpPr>
          <p:cNvPr id="60" name="Text 48"/>
          <p:cNvSpPr txBox="1"/>
          <p:nvPr/>
        </p:nvSpPr>
        <p:spPr>
          <a:xfrm>
            <a:off x="1097280" y="1497787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recommended dose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 et al., 2022</a:t>
            </a:r>
            <a:endParaRPr lang="en-US" sz="2000" dirty="0"/>
          </a:p>
        </p:txBody>
      </p:sp>
      <p:sp>
        <p:nvSpPr>
          <p:cNvPr id="61" name="Shape 49"/>
          <p:cNvSpPr/>
          <p:nvPr/>
        </p:nvSpPr>
        <p:spPr>
          <a:xfrm>
            <a:off x="5806440" y="15105888"/>
            <a:ext cx="4343400" cy="411480"/>
          </a:xfrm>
          <a:prstGeom prst="roundRect">
            <a:avLst>
              <a:gd name="adj" fmla="val 48889"/>
            </a:avLst>
          </a:prstGeom>
          <a:solidFill>
            <a:srgbClr val="8C6A2F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259568" y="1504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lower risk</a:t>
            </a:r>
            <a:endParaRPr lang="en-US" sz="2000" dirty="0"/>
          </a:p>
        </p:txBody>
      </p:sp>
      <p:sp>
        <p:nvSpPr>
          <p:cNvPr id="63" name="Shape 51"/>
          <p:cNvSpPr/>
          <p:nvPr/>
        </p:nvSpPr>
        <p:spPr>
          <a:xfrm>
            <a:off x="1097280" y="15681960"/>
            <a:ext cx="11430000" cy="1188720"/>
          </a:xfrm>
          <a:prstGeom prst="roundRect">
            <a:avLst>
              <a:gd name="adj" fmla="val 15385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1325880" y="15928848"/>
            <a:ext cx="685800" cy="68580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756" y="16079724"/>
            <a:ext cx="384048" cy="38404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2194560" y="1575511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nationally representative studies compare how often people exercise across several dimensions of depression.</a:t>
            </a:r>
            <a:endParaRPr lang="en-US" sz="2400" dirty="0"/>
          </a:p>
        </p:txBody>
      </p:sp>
      <p:sp>
        <p:nvSpPr>
          <p:cNvPr id="67" name="Shape 54"/>
          <p:cNvSpPr/>
          <p:nvPr/>
        </p:nvSpPr>
        <p:spPr>
          <a:xfrm>
            <a:off x="685800" y="17602200"/>
            <a:ext cx="12252960" cy="61264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914400" y="178308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987552" y="178765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144" y="18041112"/>
            <a:ext cx="438912" cy="43891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874520" y="17830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4000" dirty="0"/>
          </a:p>
        </p:txBody>
      </p:sp>
      <p:sp>
        <p:nvSpPr>
          <p:cNvPr id="72" name="Shape 58"/>
          <p:cNvSpPr/>
          <p:nvPr/>
        </p:nvSpPr>
        <p:spPr>
          <a:xfrm>
            <a:off x="1097280" y="1899208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1097280" y="18992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74" name="Text 60"/>
          <p:cNvSpPr txBox="1"/>
          <p:nvPr/>
        </p:nvSpPr>
        <p:spPr>
          <a:xfrm>
            <a:off x="1874520" y="189738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often U.S. adults do moderate physical activity linked to their self-reported depression and general health?</a:t>
            </a:r>
            <a:endParaRPr lang="en-US" sz="2400" dirty="0"/>
          </a:p>
        </p:txBody>
      </p:sp>
      <p:sp>
        <p:nvSpPr>
          <p:cNvPr id="75" name="Shape 61"/>
          <p:cNvSpPr/>
          <p:nvPr/>
        </p:nvSpPr>
        <p:spPr>
          <a:xfrm>
            <a:off x="1097280" y="1986076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1097280" y="19860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77" name="Text 63"/>
          <p:cNvSpPr txBox="1"/>
          <p:nvPr/>
        </p:nvSpPr>
        <p:spPr>
          <a:xfrm>
            <a:off x="1874520" y="198424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activity can lower stress and aid sleep, more frequent activity is linked to better depression outcomes.</a:t>
            </a:r>
            <a:endParaRPr lang="en-US" sz="2400" dirty="0"/>
          </a:p>
        </p:txBody>
      </p:sp>
      <p:sp>
        <p:nvSpPr>
          <p:cNvPr id="78" name="Shape 64"/>
          <p:cNvSpPr/>
          <p:nvPr/>
        </p:nvSpPr>
        <p:spPr>
          <a:xfrm>
            <a:off x="1097280" y="20711160"/>
            <a:ext cx="3931920" cy="2103120"/>
          </a:xfrm>
          <a:prstGeom prst="roundRect">
            <a:avLst>
              <a:gd name="adj" fmla="val 869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79" name="Text 65"/>
          <p:cNvSpPr txBox="1"/>
          <p:nvPr/>
        </p:nvSpPr>
        <p:spPr>
          <a:xfrm>
            <a:off x="1234440" y="20848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physical activity</a:t>
            </a:r>
            <a:endParaRPr lang="en-US" sz="2200" dirty="0"/>
          </a:p>
        </p:txBody>
      </p:sp>
      <p:sp>
        <p:nvSpPr>
          <p:cNvPr id="80" name="Shape 66"/>
          <p:cNvSpPr/>
          <p:nvPr/>
        </p:nvSpPr>
        <p:spPr>
          <a:xfrm>
            <a:off x="1600200" y="22247352"/>
            <a:ext cx="56692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1" name="Shape 67"/>
          <p:cNvSpPr/>
          <p:nvPr/>
        </p:nvSpPr>
        <p:spPr>
          <a:xfrm>
            <a:off x="2359152" y="22046184"/>
            <a:ext cx="566928" cy="402336"/>
          </a:xfrm>
          <a:prstGeom prst="rect">
            <a:avLst/>
          </a:prstGeom>
          <a:solidFill>
            <a:srgbClr val="E8D6A8"/>
          </a:solidFill>
          <a:ln w="12700">
            <a:solidFill>
              <a:srgbClr val="E8D6A8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3118104" y="21845016"/>
            <a:ext cx="566928" cy="603504"/>
          </a:xfrm>
          <a:prstGeom prst="rect">
            <a:avLst/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83" name="Shape 69"/>
          <p:cNvSpPr/>
          <p:nvPr/>
        </p:nvSpPr>
        <p:spPr>
          <a:xfrm>
            <a:off x="3877056" y="21643848"/>
            <a:ext cx="566928" cy="804672"/>
          </a:xfrm>
          <a:prstGeom prst="rect">
            <a:avLst/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1097280" y="22448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85" name="Shape 71"/>
          <p:cNvSpPr/>
          <p:nvPr/>
        </p:nvSpPr>
        <p:spPr>
          <a:xfrm>
            <a:off x="6537960" y="2071116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20848320"/>
            <a:ext cx="365760" cy="365760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7178040" y="20711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2000" dirty="0"/>
          </a:p>
        </p:txBody>
      </p:sp>
      <p:sp>
        <p:nvSpPr>
          <p:cNvPr id="88" name="Shape 73"/>
          <p:cNvSpPr/>
          <p:nvPr/>
        </p:nvSpPr>
        <p:spPr>
          <a:xfrm flipV="1">
            <a:off x="5120640" y="2103120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6537960" y="2144268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20840" y="21579840"/>
            <a:ext cx="365760" cy="365760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7178040" y="214426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2000" dirty="0"/>
          </a:p>
        </p:txBody>
      </p:sp>
      <p:sp>
        <p:nvSpPr>
          <p:cNvPr id="92" name="Shape 76"/>
          <p:cNvSpPr/>
          <p:nvPr/>
        </p:nvSpPr>
        <p:spPr>
          <a:xfrm>
            <a:off x="5120640" y="21762720"/>
            <a:ext cx="1344168" cy="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6537960" y="2217420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22311360"/>
            <a:ext cx="365760" cy="365760"/>
          </a:xfrm>
          <a:prstGeom prst="rect">
            <a:avLst/>
          </a:prstGeom>
        </p:spPr>
      </p:pic>
      <p:sp>
        <p:nvSpPr>
          <p:cNvPr id="95" name="Text 78"/>
          <p:cNvSpPr txBox="1"/>
          <p:nvPr/>
        </p:nvSpPr>
        <p:spPr>
          <a:xfrm>
            <a:off x="7178040" y="221742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2000" dirty="0"/>
          </a:p>
        </p:txBody>
      </p:sp>
      <p:sp>
        <p:nvSpPr>
          <p:cNvPr id="96" name="Shape 79"/>
          <p:cNvSpPr/>
          <p:nvPr/>
        </p:nvSpPr>
        <p:spPr>
          <a:xfrm>
            <a:off x="5120640" y="2176272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7" name="Shape 80"/>
          <p:cNvSpPr/>
          <p:nvPr/>
        </p:nvSpPr>
        <p:spPr>
          <a:xfrm>
            <a:off x="6537960" y="22951440"/>
            <a:ext cx="5989320" cy="502920"/>
          </a:xfrm>
          <a:prstGeom prst="roundRect">
            <a:avLst>
              <a:gd name="adj" fmla="val 54545"/>
            </a:avLst>
          </a:prstGeom>
          <a:solidFill>
            <a:srgbClr val="F4F4F4"/>
          </a:solidFill>
          <a:ln w="19050">
            <a:solidFill>
              <a:srgbClr val="8A8A8A"/>
            </a:solidFill>
            <a:prstDash val="dash"/>
          </a:ln>
        </p:spPr>
      </p:sp>
      <p:sp>
        <p:nvSpPr>
          <p:cNvPr id="98" name="Text 81"/>
          <p:cNvSpPr txBox="1"/>
          <p:nvPr/>
        </p:nvSpPr>
        <p:spPr>
          <a:xfrm>
            <a:off x="6537960" y="229514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demographic &amp; socioeconomic controls</a:t>
            </a:r>
            <a:endParaRPr lang="en-US" sz="1600" dirty="0"/>
          </a:p>
        </p:txBody>
      </p:sp>
      <p:sp>
        <p:nvSpPr>
          <p:cNvPr id="99" name="Shape 82"/>
          <p:cNvSpPr/>
          <p:nvPr/>
        </p:nvSpPr>
        <p:spPr>
          <a:xfrm>
            <a:off x="685800" y="24185880"/>
            <a:ext cx="12252960" cy="804672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0" name="Shape 83"/>
          <p:cNvSpPr/>
          <p:nvPr/>
        </p:nvSpPr>
        <p:spPr>
          <a:xfrm>
            <a:off x="914400" y="2441448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1" name="Shape 84"/>
          <p:cNvSpPr/>
          <p:nvPr/>
        </p:nvSpPr>
        <p:spPr>
          <a:xfrm>
            <a:off x="987552" y="2446020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0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2144" y="24624792"/>
            <a:ext cx="438912" cy="438912"/>
          </a:xfrm>
          <a:prstGeom prst="rect">
            <a:avLst/>
          </a:prstGeom>
        </p:spPr>
      </p:pic>
      <p:sp>
        <p:nvSpPr>
          <p:cNvPr id="103" name="Text 85"/>
          <p:cNvSpPr txBox="1"/>
          <p:nvPr/>
        </p:nvSpPr>
        <p:spPr>
          <a:xfrm>
            <a:off x="1874520" y="24414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000" dirty="0"/>
          </a:p>
        </p:txBody>
      </p:sp>
      <p:sp>
        <p:nvSpPr>
          <p:cNvPr id="104" name="Shape 86"/>
          <p:cNvSpPr/>
          <p:nvPr/>
        </p:nvSpPr>
        <p:spPr>
          <a:xfrm>
            <a:off x="1508760" y="26380440"/>
            <a:ext cx="0" cy="475488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1097280" y="2555748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0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8331" y="25738531"/>
            <a:ext cx="460858" cy="460858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2148840" y="2560320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IPUMS NHIS, 2010–2023</a:t>
            </a:r>
            <a:endParaRPr lang="en-US" sz="2400" dirty="0"/>
          </a:p>
        </p:txBody>
      </p:sp>
      <p:sp>
        <p:nvSpPr>
          <p:cNvPr id="108" name="Shape 89"/>
          <p:cNvSpPr/>
          <p:nvPr/>
        </p:nvSpPr>
        <p:spPr>
          <a:xfrm>
            <a:off x="1508760" y="27678888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9" name="Shape 90"/>
          <p:cNvSpPr/>
          <p:nvPr/>
        </p:nvSpPr>
        <p:spPr>
          <a:xfrm>
            <a:off x="1097280" y="26855928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8331" y="27036979"/>
            <a:ext cx="460858" cy="460858"/>
          </a:xfrm>
          <a:prstGeom prst="rect">
            <a:avLst/>
          </a:prstGeom>
        </p:spPr>
      </p:pic>
      <p:sp>
        <p:nvSpPr>
          <p:cNvPr id="111" name="Text 91"/>
          <p:cNvSpPr txBox="1"/>
          <p:nvPr/>
        </p:nvSpPr>
        <p:spPr>
          <a:xfrm>
            <a:off x="2148840" y="269016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Exposure: moderate activity, times/week</a:t>
            </a:r>
            <a:endParaRPr lang="en-US" sz="2400" dirty="0"/>
          </a:p>
        </p:txBody>
      </p:sp>
      <p:sp>
        <p:nvSpPr>
          <p:cNvPr id="112" name="Shape 92"/>
          <p:cNvSpPr/>
          <p:nvPr/>
        </p:nvSpPr>
        <p:spPr>
          <a:xfrm>
            <a:off x="1508760" y="28940760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13" name="Shape 93"/>
          <p:cNvSpPr/>
          <p:nvPr/>
        </p:nvSpPr>
        <p:spPr>
          <a:xfrm>
            <a:off x="1097280" y="2811780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8331" y="28298851"/>
            <a:ext cx="460858" cy="460858"/>
          </a:xfrm>
          <a:prstGeom prst="rect">
            <a:avLst/>
          </a:prstGeom>
        </p:spPr>
      </p:pic>
      <p:sp>
        <p:nvSpPr>
          <p:cNvPr id="115" name="Text 94"/>
          <p:cNvSpPr txBox="1"/>
          <p:nvPr/>
        </p:nvSpPr>
        <p:spPr>
          <a:xfrm>
            <a:off x="2148840" y="281635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3 self-reported measures</a:t>
            </a:r>
            <a:endParaRPr lang="en-US" sz="2400" dirty="0"/>
          </a:p>
        </p:txBody>
      </p:sp>
      <p:sp>
        <p:nvSpPr>
          <p:cNvPr id="116" name="Shape 95"/>
          <p:cNvSpPr/>
          <p:nvPr/>
        </p:nvSpPr>
        <p:spPr>
          <a:xfrm>
            <a:off x="1097280" y="29379672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8331" y="29560723"/>
            <a:ext cx="460858" cy="460858"/>
          </a:xfrm>
          <a:prstGeom prst="rect">
            <a:avLst/>
          </a:prstGeom>
        </p:spPr>
      </p:pic>
      <p:sp>
        <p:nvSpPr>
          <p:cNvPr id="118" name="Text 96"/>
          <p:cNvSpPr txBox="1"/>
          <p:nvPr/>
        </p:nvSpPr>
        <p:spPr>
          <a:xfrm>
            <a:off x="2148840" y="29425392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OLS regression vs. no activity</a:t>
            </a:r>
            <a:endParaRPr lang="en-US" sz="2400" dirty="0"/>
          </a:p>
        </p:txBody>
      </p:sp>
      <p:sp>
        <p:nvSpPr>
          <p:cNvPr id="119" name="Text 97"/>
          <p:cNvSpPr txBox="1"/>
          <p:nvPr/>
        </p:nvSpPr>
        <p:spPr>
          <a:xfrm>
            <a:off x="2148840" y="26124408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332,521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U.S. adults · self-reported · nationally representative</a:t>
            </a:r>
            <a:endParaRPr lang="en-US" sz="2400" dirty="0"/>
          </a:p>
        </p:txBody>
      </p:sp>
      <p:sp>
        <p:nvSpPr>
          <p:cNvPr id="120" name="Shape 98"/>
          <p:cNvSpPr/>
          <p:nvPr/>
        </p:nvSpPr>
        <p:spPr>
          <a:xfrm>
            <a:off x="21488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1" name="Text 99"/>
          <p:cNvSpPr txBox="1"/>
          <p:nvPr/>
        </p:nvSpPr>
        <p:spPr>
          <a:xfrm>
            <a:off x="21488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2" name="Shape 100"/>
          <p:cNvSpPr/>
          <p:nvPr/>
        </p:nvSpPr>
        <p:spPr>
          <a:xfrm>
            <a:off x="47777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3" name="Text 101"/>
          <p:cNvSpPr txBox="1"/>
          <p:nvPr/>
        </p:nvSpPr>
        <p:spPr>
          <a:xfrm>
            <a:off x="47777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1800" dirty="0"/>
          </a:p>
        </p:txBody>
      </p:sp>
      <p:sp>
        <p:nvSpPr>
          <p:cNvPr id="124" name="Shape 102"/>
          <p:cNvSpPr/>
          <p:nvPr/>
        </p:nvSpPr>
        <p:spPr>
          <a:xfrm>
            <a:off x="74066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5" name="Text 103"/>
          <p:cNvSpPr txBox="1"/>
          <p:nvPr/>
        </p:nvSpPr>
        <p:spPr>
          <a:xfrm>
            <a:off x="74066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800" dirty="0"/>
          </a:p>
        </p:txBody>
      </p:sp>
      <p:sp>
        <p:nvSpPr>
          <p:cNvPr id="126" name="Shape 104"/>
          <p:cNvSpPr/>
          <p:nvPr/>
        </p:nvSpPr>
        <p:spPr>
          <a:xfrm>
            <a:off x="100355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27" name="Text 105"/>
          <p:cNvSpPr txBox="1"/>
          <p:nvPr/>
        </p:nvSpPr>
        <p:spPr>
          <a:xfrm>
            <a:off x="100355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1800" dirty="0"/>
          </a:p>
        </p:txBody>
      </p:sp>
      <p:sp>
        <p:nvSpPr>
          <p:cNvPr id="128" name="Shape 106"/>
          <p:cNvSpPr/>
          <p:nvPr/>
        </p:nvSpPr>
        <p:spPr>
          <a:xfrm>
            <a:off x="2148840" y="28684728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31720" y="28803600"/>
            <a:ext cx="329184" cy="329184"/>
          </a:xfrm>
          <a:prstGeom prst="rect">
            <a:avLst/>
          </a:prstGeom>
        </p:spPr>
      </p:pic>
      <p:sp>
        <p:nvSpPr>
          <p:cNvPr id="130" name="Text 107"/>
          <p:cNvSpPr txBox="1"/>
          <p:nvPr/>
        </p:nvSpPr>
        <p:spPr>
          <a:xfrm>
            <a:off x="2788920" y="28684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1800" dirty="0"/>
          </a:p>
        </p:txBody>
      </p:sp>
      <p:sp>
        <p:nvSpPr>
          <p:cNvPr id="131" name="Shape 108"/>
          <p:cNvSpPr/>
          <p:nvPr/>
        </p:nvSpPr>
        <p:spPr>
          <a:xfrm>
            <a:off x="5715000" y="286847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0" y="28803600"/>
            <a:ext cx="329184" cy="329184"/>
          </a:xfrm>
          <a:prstGeom prst="rect">
            <a:avLst/>
          </a:prstGeom>
        </p:spPr>
      </p:pic>
      <p:sp>
        <p:nvSpPr>
          <p:cNvPr id="133" name="Text 109"/>
          <p:cNvSpPr txBox="1"/>
          <p:nvPr/>
        </p:nvSpPr>
        <p:spPr>
          <a:xfrm>
            <a:off x="6355080" y="28684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frequency</a:t>
            </a:r>
            <a:endParaRPr lang="en-US" sz="1800" dirty="0"/>
          </a:p>
        </p:txBody>
      </p:sp>
      <p:sp>
        <p:nvSpPr>
          <p:cNvPr id="134" name="Shape 110"/>
          <p:cNvSpPr/>
          <p:nvPr/>
        </p:nvSpPr>
        <p:spPr>
          <a:xfrm>
            <a:off x="9418320" y="28684728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1200" y="28803600"/>
            <a:ext cx="329184" cy="329184"/>
          </a:xfrm>
          <a:prstGeom prst="rect">
            <a:avLst/>
          </a:prstGeom>
        </p:spPr>
      </p:pic>
      <p:sp>
        <p:nvSpPr>
          <p:cNvPr id="136" name="Text 111"/>
          <p:cNvSpPr txBox="1"/>
          <p:nvPr/>
        </p:nvSpPr>
        <p:spPr>
          <a:xfrm>
            <a:off x="10058400" y="28684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level</a:t>
            </a:r>
            <a:endParaRPr lang="en-US" sz="1800" dirty="0"/>
          </a:p>
        </p:txBody>
      </p:sp>
      <p:sp>
        <p:nvSpPr>
          <p:cNvPr id="137" name="Shape 112"/>
          <p:cNvSpPr/>
          <p:nvPr/>
        </p:nvSpPr>
        <p:spPr>
          <a:xfrm>
            <a:off x="2148840" y="29928312"/>
            <a:ext cx="10378440" cy="1572768"/>
          </a:xfrm>
          <a:prstGeom prst="roundRect">
            <a:avLst>
              <a:gd name="adj" fmla="val 11628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138" name="Text 113"/>
          <p:cNvSpPr txBox="1"/>
          <p:nvPr/>
        </p:nvSpPr>
        <p:spPr>
          <a:xfrm>
            <a:off x="2331720" y="2997403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+ Socioeconomic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marital status, income, poverty ratio, meds</a:t>
            </a:r>
            <a:pPr indent="0" marL="0">
              <a:buNone/>
            </a:pPr>
            <a:r>
              <a:rPr lang="en-US" sz="1800" i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 preferred</a:t>
            </a:r>
            <a:endParaRPr lang="en-US" sz="1800" dirty="0"/>
          </a:p>
        </p:txBody>
      </p:sp>
      <p:sp>
        <p:nvSpPr>
          <p:cNvPr id="139" name="Shape 114"/>
          <p:cNvSpPr/>
          <p:nvPr/>
        </p:nvSpPr>
        <p:spPr>
          <a:xfrm>
            <a:off x="2377440" y="30403800"/>
            <a:ext cx="9921240" cy="914400"/>
          </a:xfrm>
          <a:prstGeom prst="roundRect">
            <a:avLst>
              <a:gd name="adj" fmla="val 16000"/>
            </a:avLst>
          </a:prstGeom>
          <a:solidFill>
            <a:srgbClr val="5A4A2A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40" name="Text 115"/>
          <p:cNvSpPr txBox="1"/>
          <p:nvPr/>
        </p:nvSpPr>
        <p:spPr>
          <a:xfrm>
            <a:off x="2560320" y="30440376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+ Demographic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age, sex, race</a:t>
            </a:r>
            <a:endParaRPr lang="en-US" sz="1800" dirty="0"/>
          </a:p>
        </p:txBody>
      </p:sp>
      <p:sp>
        <p:nvSpPr>
          <p:cNvPr id="141" name="Shape 116"/>
          <p:cNvSpPr/>
          <p:nvPr/>
        </p:nvSpPr>
        <p:spPr>
          <a:xfrm>
            <a:off x="2606040" y="30815280"/>
            <a:ext cx="9464040" cy="411480"/>
          </a:xfrm>
          <a:prstGeom prst="roundRect">
            <a:avLst>
              <a:gd name="adj" fmla="val 26667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42" name="Text 117"/>
          <p:cNvSpPr txBox="1"/>
          <p:nvPr/>
        </p:nvSpPr>
        <p:spPr>
          <a:xfrm>
            <a:off x="2788920" y="3081528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Activity only</a:t>
            </a:r>
            <a:endParaRPr lang="en-US" sz="1800" dirty="0"/>
          </a:p>
        </p:txBody>
      </p:sp>
      <p:sp>
        <p:nvSpPr>
          <p:cNvPr id="143" name="Text 118"/>
          <p:cNvSpPr txBox="1"/>
          <p:nvPr/>
        </p:nvSpPr>
        <p:spPr>
          <a:xfrm>
            <a:off x="2148840" y="3157423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read: each estimate is the percentage-point difference vs. inactive adults.</a:t>
            </a:r>
            <a:endParaRPr lang="en-US" sz="1800" dirty="0"/>
          </a:p>
        </p:txBody>
      </p:sp>
      <p:sp>
        <p:nvSpPr>
          <p:cNvPr id="144" name="Shape 119"/>
          <p:cNvSpPr/>
          <p:nvPr/>
        </p:nvSpPr>
        <p:spPr>
          <a:xfrm>
            <a:off x="13441680" y="7086600"/>
            <a:ext cx="17007840" cy="251460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5" name="Shape 120"/>
          <p:cNvSpPr/>
          <p:nvPr/>
        </p:nvSpPr>
        <p:spPr>
          <a:xfrm>
            <a:off x="13670280" y="7315200"/>
            <a:ext cx="1655064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6" name="Shape 121"/>
          <p:cNvSpPr/>
          <p:nvPr/>
        </p:nvSpPr>
        <p:spPr>
          <a:xfrm>
            <a:off x="1374343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4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08024" y="7525512"/>
            <a:ext cx="438912" cy="438912"/>
          </a:xfrm>
          <a:prstGeom prst="rect">
            <a:avLst/>
          </a:prstGeom>
        </p:spPr>
      </p:pic>
      <p:sp>
        <p:nvSpPr>
          <p:cNvPr id="148" name="Text 122"/>
          <p:cNvSpPr txBox="1"/>
          <p:nvPr/>
        </p:nvSpPr>
        <p:spPr>
          <a:xfrm>
            <a:off x="14630400" y="731520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000" dirty="0"/>
          </a:p>
        </p:txBody>
      </p:sp>
      <p:sp>
        <p:nvSpPr>
          <p:cNvPr id="149" name="Shape 123"/>
          <p:cNvSpPr/>
          <p:nvPr/>
        </p:nvSpPr>
        <p:spPr>
          <a:xfrm>
            <a:off x="13853160" y="8458200"/>
            <a:ext cx="16184880" cy="2834640"/>
          </a:xfrm>
          <a:prstGeom prst="roundRect">
            <a:avLst>
              <a:gd name="adj" fmla="val 9677"/>
            </a:avLst>
          </a:prstGeom>
          <a:solidFill>
            <a:srgbClr val="1C1C1C"/>
          </a:solidFill>
          <a:ln w="381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0" name="Shape 124"/>
          <p:cNvSpPr/>
          <p:nvPr/>
        </p:nvSpPr>
        <p:spPr>
          <a:xfrm>
            <a:off x="14173200" y="8732520"/>
            <a:ext cx="914400" cy="91440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01800" y="8961120"/>
            <a:ext cx="457200" cy="457200"/>
          </a:xfrm>
          <a:prstGeom prst="rect">
            <a:avLst/>
          </a:prstGeom>
        </p:spPr>
      </p:pic>
      <p:sp>
        <p:nvSpPr>
          <p:cNvPr id="152" name="Text 125"/>
          <p:cNvSpPr txBox="1"/>
          <p:nvPr/>
        </p:nvSpPr>
        <p:spPr>
          <a:xfrm>
            <a:off x="14767560" y="8458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1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</a:t>
            </a:r>
            <a:endParaRPr lang="en-US" sz="11500" dirty="0"/>
          </a:p>
        </p:txBody>
      </p:sp>
      <p:sp>
        <p:nvSpPr>
          <p:cNvPr id="153" name="Text 126"/>
          <p:cNvSpPr txBox="1"/>
          <p:nvPr/>
        </p:nvSpPr>
        <p:spPr>
          <a:xfrm>
            <a:off x="20162520" y="8641080"/>
            <a:ext cx="9509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spc="3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active 4–6 times a week were 2.92 percentage points less likely to report frequent depressive symptoms than inactive adults.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−4.4 to −1.4 · Specification 3</a:t>
            </a:r>
            <a:endParaRPr lang="en-US" sz="2000" dirty="0"/>
          </a:p>
        </p:txBody>
      </p:sp>
      <p:sp>
        <p:nvSpPr>
          <p:cNvPr id="154" name="Text 127"/>
          <p:cNvSpPr txBox="1"/>
          <p:nvPr/>
        </p:nvSpPr>
        <p:spPr>
          <a:xfrm>
            <a:off x="13853160" y="11887200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each outcome vs. no activity, by activity level (Spec 3, 95% CI)</a:t>
            </a:r>
            <a:endParaRPr lang="en-US" sz="2400" dirty="0"/>
          </a:p>
        </p:txBody>
      </p:sp>
      <p:sp>
        <p:nvSpPr>
          <p:cNvPr id="155" name="Shape 128"/>
          <p:cNvSpPr/>
          <p:nvPr/>
        </p:nvSpPr>
        <p:spPr>
          <a:xfrm>
            <a:off x="17145000" y="12518136"/>
            <a:ext cx="292608" cy="292608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56" name="Text 129"/>
          <p:cNvSpPr txBox="1"/>
          <p:nvPr/>
        </p:nvSpPr>
        <p:spPr>
          <a:xfrm>
            <a:off x="17529048" y="124541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(filled, colored by activity level)</a:t>
            </a:r>
            <a:endParaRPr lang="en-US" sz="1800" dirty="0"/>
          </a:p>
        </p:txBody>
      </p:sp>
      <p:sp>
        <p:nvSpPr>
          <p:cNvPr id="157" name="Shape 130"/>
          <p:cNvSpPr/>
          <p:nvPr/>
        </p:nvSpPr>
        <p:spPr>
          <a:xfrm>
            <a:off x="23545800" y="12518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8A8A"/>
            </a:solidFill>
            <a:prstDash val="solid"/>
          </a:ln>
        </p:spPr>
      </p:sp>
      <p:sp>
        <p:nvSpPr>
          <p:cNvPr id="158" name="Text 131"/>
          <p:cNvSpPr txBox="1"/>
          <p:nvPr/>
        </p:nvSpPr>
        <p:spPr>
          <a:xfrm>
            <a:off x="23929848" y="12454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 (hollow)</a:t>
            </a:r>
            <a:endParaRPr lang="en-US" sz="1800" dirty="0"/>
          </a:p>
        </p:txBody>
      </p:sp>
      <p:sp>
        <p:nvSpPr>
          <p:cNvPr id="159" name="Text 132"/>
          <p:cNvSpPr txBox="1"/>
          <p:nvPr/>
        </p:nvSpPr>
        <p:spPr>
          <a:xfrm rot="16200000">
            <a:off x="12070080" y="15965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</a:t>
            </a:r>
            <a:endParaRPr lang="en-US" sz="2000" dirty="0"/>
          </a:p>
        </p:txBody>
      </p:sp>
      <p:sp>
        <p:nvSpPr>
          <p:cNvPr id="160" name="Shape 133"/>
          <p:cNvSpPr/>
          <p:nvPr/>
        </p:nvSpPr>
        <p:spPr>
          <a:xfrm>
            <a:off x="14401800" y="1407261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1" name="Text 134"/>
          <p:cNvSpPr txBox="1"/>
          <p:nvPr/>
        </p:nvSpPr>
        <p:spPr>
          <a:xfrm>
            <a:off x="14401800" y="1407261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1–3×/wk</a:t>
            </a:r>
            <a:endParaRPr lang="en-US" sz="2200" dirty="0"/>
          </a:p>
        </p:txBody>
      </p:sp>
      <p:sp>
        <p:nvSpPr>
          <p:cNvPr id="162" name="Shape 135"/>
          <p:cNvSpPr/>
          <p:nvPr/>
        </p:nvSpPr>
        <p:spPr>
          <a:xfrm>
            <a:off x="14401800" y="1580997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3" name="Text 136"/>
          <p:cNvSpPr txBox="1"/>
          <p:nvPr/>
        </p:nvSpPr>
        <p:spPr>
          <a:xfrm>
            <a:off x="14401800" y="1580997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4–6×/wk</a:t>
            </a:r>
            <a:endParaRPr lang="en-US" sz="2200" dirty="0"/>
          </a:p>
        </p:txBody>
      </p:sp>
      <p:sp>
        <p:nvSpPr>
          <p:cNvPr id="164" name="Shape 137"/>
          <p:cNvSpPr/>
          <p:nvPr/>
        </p:nvSpPr>
        <p:spPr>
          <a:xfrm>
            <a:off x="14401800" y="1754733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65" name="Text 138"/>
          <p:cNvSpPr txBox="1"/>
          <p:nvPr/>
        </p:nvSpPr>
        <p:spPr>
          <a:xfrm>
            <a:off x="14401800" y="1754733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7+×/wk</a:t>
            </a:r>
            <a:endParaRPr lang="en-US" sz="2200" dirty="0"/>
          </a:p>
        </p:txBody>
      </p:sp>
      <p:pic>
        <p:nvPicPr>
          <p:cNvPr id="1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099280" y="13075920"/>
            <a:ext cx="347472" cy="347472"/>
          </a:xfrm>
          <a:prstGeom prst="rect">
            <a:avLst/>
          </a:prstGeom>
        </p:spPr>
      </p:pic>
      <p:sp>
        <p:nvSpPr>
          <p:cNvPr id="167" name="Text 139"/>
          <p:cNvSpPr txBox="1"/>
          <p:nvPr/>
        </p:nvSpPr>
        <p:spPr>
          <a:xfrm>
            <a:off x="1751076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Poor general health</a:t>
            </a:r>
            <a:endParaRPr lang="en-US" sz="2100" dirty="0"/>
          </a:p>
        </p:txBody>
      </p:sp>
      <p:sp>
        <p:nvSpPr>
          <p:cNvPr id="168" name="Shape 140"/>
          <p:cNvSpPr/>
          <p:nvPr/>
        </p:nvSpPr>
        <p:spPr>
          <a:xfrm>
            <a:off x="1705356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9" name="Shape 141"/>
          <p:cNvSpPr/>
          <p:nvPr/>
        </p:nvSpPr>
        <p:spPr>
          <a:xfrm>
            <a:off x="17108424" y="13642848"/>
            <a:ext cx="3755136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170" name="Shape 142"/>
          <p:cNvSpPr/>
          <p:nvPr/>
        </p:nvSpPr>
        <p:spPr>
          <a:xfrm>
            <a:off x="1732788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1" name="Shape 143"/>
          <p:cNvSpPr/>
          <p:nvPr/>
        </p:nvSpPr>
        <p:spPr>
          <a:xfrm>
            <a:off x="1732788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2" name="Text 144"/>
          <p:cNvSpPr txBox="1"/>
          <p:nvPr/>
        </p:nvSpPr>
        <p:spPr>
          <a:xfrm>
            <a:off x="1677924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</a:t>
            </a:r>
            <a:endParaRPr lang="en-US" sz="1800" dirty="0"/>
          </a:p>
        </p:txBody>
      </p:sp>
      <p:sp>
        <p:nvSpPr>
          <p:cNvPr id="173" name="Shape 145"/>
          <p:cNvSpPr/>
          <p:nvPr/>
        </p:nvSpPr>
        <p:spPr>
          <a:xfrm>
            <a:off x="1821180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4" name="Shape 146"/>
          <p:cNvSpPr/>
          <p:nvPr/>
        </p:nvSpPr>
        <p:spPr>
          <a:xfrm>
            <a:off x="1821180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5" name="Text 147"/>
          <p:cNvSpPr txBox="1"/>
          <p:nvPr/>
        </p:nvSpPr>
        <p:spPr>
          <a:xfrm>
            <a:off x="1766316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800" dirty="0"/>
          </a:p>
        </p:txBody>
      </p:sp>
      <p:sp>
        <p:nvSpPr>
          <p:cNvPr id="176" name="Shape 148"/>
          <p:cNvSpPr/>
          <p:nvPr/>
        </p:nvSpPr>
        <p:spPr>
          <a:xfrm>
            <a:off x="1909572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1909572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8" name="Text 150"/>
          <p:cNvSpPr txBox="1"/>
          <p:nvPr/>
        </p:nvSpPr>
        <p:spPr>
          <a:xfrm>
            <a:off x="1854708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800" dirty="0"/>
          </a:p>
        </p:txBody>
      </p:sp>
      <p:sp>
        <p:nvSpPr>
          <p:cNvPr id="179" name="Shape 151"/>
          <p:cNvSpPr/>
          <p:nvPr/>
        </p:nvSpPr>
        <p:spPr>
          <a:xfrm>
            <a:off x="199796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80" name="Shape 152"/>
          <p:cNvSpPr/>
          <p:nvPr/>
        </p:nvSpPr>
        <p:spPr>
          <a:xfrm>
            <a:off x="199796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1" name="Text 153"/>
          <p:cNvSpPr txBox="1"/>
          <p:nvPr/>
        </p:nvSpPr>
        <p:spPr>
          <a:xfrm>
            <a:off x="194310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800" dirty="0"/>
          </a:p>
        </p:txBody>
      </p:sp>
      <p:sp>
        <p:nvSpPr>
          <p:cNvPr id="182" name="Shape 154"/>
          <p:cNvSpPr/>
          <p:nvPr/>
        </p:nvSpPr>
        <p:spPr>
          <a:xfrm>
            <a:off x="20863560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183" name="Shape 155"/>
          <p:cNvSpPr/>
          <p:nvPr/>
        </p:nvSpPr>
        <p:spPr>
          <a:xfrm>
            <a:off x="2086356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4" name="Text 156"/>
          <p:cNvSpPr txBox="1"/>
          <p:nvPr/>
        </p:nvSpPr>
        <p:spPr>
          <a:xfrm>
            <a:off x="2031492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85" name="Shape 157"/>
          <p:cNvSpPr/>
          <p:nvPr/>
        </p:nvSpPr>
        <p:spPr>
          <a:xfrm>
            <a:off x="18759830" y="14621256"/>
            <a:ext cx="194462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6" name="Shape 158"/>
          <p:cNvSpPr/>
          <p:nvPr/>
        </p:nvSpPr>
        <p:spPr>
          <a:xfrm>
            <a:off x="18759830" y="1449324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7" name="Shape 159"/>
          <p:cNvSpPr/>
          <p:nvPr/>
        </p:nvSpPr>
        <p:spPr>
          <a:xfrm>
            <a:off x="18954293" y="1449324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8" name="Shape 160"/>
          <p:cNvSpPr/>
          <p:nvPr/>
        </p:nvSpPr>
        <p:spPr>
          <a:xfrm>
            <a:off x="18683326" y="14447520"/>
            <a:ext cx="347472" cy="347472"/>
          </a:xfrm>
          <a:prstGeom prst="ellipse">
            <a:avLst/>
          </a:prstGeom>
          <a:solidFill>
            <a:srgbClr val="E8D6A8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89" name="Text 161"/>
          <p:cNvSpPr txBox="1"/>
          <p:nvPr/>
        </p:nvSpPr>
        <p:spPr>
          <a:xfrm>
            <a:off x="18308422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−22.7</a:t>
            </a:r>
            <a:endParaRPr lang="en-US" sz="1800" dirty="0"/>
          </a:p>
        </p:txBody>
      </p:sp>
      <p:sp>
        <p:nvSpPr>
          <p:cNvPr id="190" name="Shape 162"/>
          <p:cNvSpPr/>
          <p:nvPr/>
        </p:nvSpPr>
        <p:spPr>
          <a:xfrm>
            <a:off x="17707966" y="16358616"/>
            <a:ext cx="265176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1" name="Shape 163"/>
          <p:cNvSpPr/>
          <p:nvPr/>
        </p:nvSpPr>
        <p:spPr>
          <a:xfrm>
            <a:off x="17707966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2" name="Shape 164"/>
          <p:cNvSpPr/>
          <p:nvPr/>
        </p:nvSpPr>
        <p:spPr>
          <a:xfrm>
            <a:off x="17973142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3" name="Shape 165"/>
          <p:cNvSpPr/>
          <p:nvPr/>
        </p:nvSpPr>
        <p:spPr>
          <a:xfrm>
            <a:off x="17666818" y="16184880"/>
            <a:ext cx="347472" cy="347472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4" name="Text 166"/>
          <p:cNvSpPr txBox="1"/>
          <p:nvPr/>
        </p:nvSpPr>
        <p:spPr>
          <a:xfrm>
            <a:off x="17291914" y="1568196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−34.2</a:t>
            </a:r>
            <a:endParaRPr lang="en-US" sz="1800" dirty="0"/>
          </a:p>
        </p:txBody>
      </p:sp>
      <p:sp>
        <p:nvSpPr>
          <p:cNvPr id="195" name="Shape 167"/>
          <p:cNvSpPr/>
          <p:nvPr/>
        </p:nvSpPr>
        <p:spPr>
          <a:xfrm>
            <a:off x="17513503" y="18095976"/>
            <a:ext cx="353568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6" name="Shape 168"/>
          <p:cNvSpPr/>
          <p:nvPr/>
        </p:nvSpPr>
        <p:spPr>
          <a:xfrm>
            <a:off x="17513503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7" name="Shape 169"/>
          <p:cNvSpPr/>
          <p:nvPr/>
        </p:nvSpPr>
        <p:spPr>
          <a:xfrm>
            <a:off x="17867071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8" name="Shape 170"/>
          <p:cNvSpPr/>
          <p:nvPr/>
        </p:nvSpPr>
        <p:spPr>
          <a:xfrm>
            <a:off x="17516551" y="1792224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9" name="Text 171"/>
          <p:cNvSpPr txBox="1"/>
          <p:nvPr/>
        </p:nvSpPr>
        <p:spPr>
          <a:xfrm>
            <a:off x="17141647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−35.9</a:t>
            </a:r>
            <a:endParaRPr lang="en-US" sz="1800" dirty="0"/>
          </a:p>
        </p:txBody>
      </p:sp>
      <p:pic>
        <p:nvPicPr>
          <p:cNvPr id="20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549360" y="13075920"/>
            <a:ext cx="347472" cy="347472"/>
          </a:xfrm>
          <a:prstGeom prst="rect">
            <a:avLst/>
          </a:prstGeom>
        </p:spPr>
      </p:pic>
      <p:sp>
        <p:nvSpPr>
          <p:cNvPr id="201" name="Text 172"/>
          <p:cNvSpPr txBox="1"/>
          <p:nvPr/>
        </p:nvSpPr>
        <p:spPr>
          <a:xfrm>
            <a:off x="2196084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Frequent depression</a:t>
            </a:r>
            <a:endParaRPr lang="en-US" sz="2100" dirty="0"/>
          </a:p>
        </p:txBody>
      </p:sp>
      <p:sp>
        <p:nvSpPr>
          <p:cNvPr id="202" name="Shape 173"/>
          <p:cNvSpPr/>
          <p:nvPr/>
        </p:nvSpPr>
        <p:spPr>
          <a:xfrm>
            <a:off x="2150364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3" name="Shape 174"/>
          <p:cNvSpPr/>
          <p:nvPr/>
        </p:nvSpPr>
        <p:spPr>
          <a:xfrm>
            <a:off x="21558504" y="13642848"/>
            <a:ext cx="3165856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04" name="Shape 175"/>
          <p:cNvSpPr/>
          <p:nvPr/>
        </p:nvSpPr>
        <p:spPr>
          <a:xfrm>
            <a:off x="223672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5" name="Shape 176"/>
          <p:cNvSpPr/>
          <p:nvPr/>
        </p:nvSpPr>
        <p:spPr>
          <a:xfrm>
            <a:off x="223672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6" name="Text 177"/>
          <p:cNvSpPr txBox="1"/>
          <p:nvPr/>
        </p:nvSpPr>
        <p:spPr>
          <a:xfrm>
            <a:off x="218186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07" name="Shape 178"/>
          <p:cNvSpPr/>
          <p:nvPr/>
        </p:nvSpPr>
        <p:spPr>
          <a:xfrm>
            <a:off x="2354580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8" name="Shape 179"/>
          <p:cNvSpPr/>
          <p:nvPr/>
        </p:nvSpPr>
        <p:spPr>
          <a:xfrm>
            <a:off x="2354580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9" name="Text 180"/>
          <p:cNvSpPr txBox="1"/>
          <p:nvPr/>
        </p:nvSpPr>
        <p:spPr>
          <a:xfrm>
            <a:off x="2299716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10" name="Shape 181"/>
          <p:cNvSpPr/>
          <p:nvPr/>
        </p:nvSpPr>
        <p:spPr>
          <a:xfrm>
            <a:off x="24724360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11" name="Shape 182"/>
          <p:cNvSpPr/>
          <p:nvPr/>
        </p:nvSpPr>
        <p:spPr>
          <a:xfrm>
            <a:off x="2472436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12" name="Text 183"/>
          <p:cNvSpPr txBox="1"/>
          <p:nvPr/>
        </p:nvSpPr>
        <p:spPr>
          <a:xfrm>
            <a:off x="2417572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13" name="Shape 184"/>
          <p:cNvSpPr/>
          <p:nvPr/>
        </p:nvSpPr>
        <p:spPr>
          <a:xfrm>
            <a:off x="23840440" y="14621256"/>
            <a:ext cx="1237488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4" name="Shape 185"/>
          <p:cNvSpPr/>
          <p:nvPr/>
        </p:nvSpPr>
        <p:spPr>
          <a:xfrm>
            <a:off x="23840440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5" name="Shape 186"/>
          <p:cNvSpPr/>
          <p:nvPr/>
        </p:nvSpPr>
        <p:spPr>
          <a:xfrm>
            <a:off x="25077928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6" name="Shape 187"/>
          <p:cNvSpPr/>
          <p:nvPr/>
        </p:nvSpPr>
        <p:spPr>
          <a:xfrm>
            <a:off x="24283091" y="1444752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17" name="Text 188"/>
          <p:cNvSpPr txBox="1"/>
          <p:nvPr/>
        </p:nvSpPr>
        <p:spPr>
          <a:xfrm>
            <a:off x="23908187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−0.454</a:t>
            </a:r>
            <a:endParaRPr lang="en-US" sz="1800" dirty="0"/>
          </a:p>
        </p:txBody>
      </p:sp>
      <p:sp>
        <p:nvSpPr>
          <p:cNvPr id="218" name="Shape 189"/>
          <p:cNvSpPr/>
          <p:nvPr/>
        </p:nvSpPr>
        <p:spPr>
          <a:xfrm>
            <a:off x="22131528" y="16358616"/>
            <a:ext cx="176784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19" name="Shape 190"/>
          <p:cNvSpPr/>
          <p:nvPr/>
        </p:nvSpPr>
        <p:spPr>
          <a:xfrm>
            <a:off x="22131528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0" name="Shape 191"/>
          <p:cNvSpPr/>
          <p:nvPr/>
        </p:nvSpPr>
        <p:spPr>
          <a:xfrm>
            <a:off x="23899368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1" name="Shape 192"/>
          <p:cNvSpPr/>
          <p:nvPr/>
        </p:nvSpPr>
        <p:spPr>
          <a:xfrm>
            <a:off x="22619614" y="15974568"/>
            <a:ext cx="768096" cy="768096"/>
          </a:xfrm>
          <a:prstGeom prst="ellipse">
            <a:avLst/>
          </a:prstGeom>
          <a:solidFill>
            <a:srgbClr val="CFAE70">
              <a:alpha val="45000"/>
            </a:srgbClr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22" name="Shape 193"/>
          <p:cNvSpPr/>
          <p:nvPr/>
        </p:nvSpPr>
        <p:spPr>
          <a:xfrm>
            <a:off x="22793350" y="16148304"/>
            <a:ext cx="420624" cy="420624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3" name="Text 194"/>
          <p:cNvSpPr txBox="1"/>
          <p:nvPr/>
        </p:nvSpPr>
        <p:spPr>
          <a:xfrm>
            <a:off x="22455022" y="1557223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800" dirty="0"/>
          </a:p>
        </p:txBody>
      </p:sp>
      <p:sp>
        <p:nvSpPr>
          <p:cNvPr id="224" name="Shape 195"/>
          <p:cNvSpPr/>
          <p:nvPr/>
        </p:nvSpPr>
        <p:spPr>
          <a:xfrm>
            <a:off x="22072600" y="18095976"/>
            <a:ext cx="235712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5" name="Shape 196"/>
          <p:cNvSpPr/>
          <p:nvPr/>
        </p:nvSpPr>
        <p:spPr>
          <a:xfrm>
            <a:off x="22072600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6" name="Shape 197"/>
          <p:cNvSpPr/>
          <p:nvPr/>
        </p:nvSpPr>
        <p:spPr>
          <a:xfrm>
            <a:off x="24429720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7" name="Shape 198"/>
          <p:cNvSpPr/>
          <p:nvPr/>
        </p:nvSpPr>
        <p:spPr>
          <a:xfrm>
            <a:off x="23077424" y="1792224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8" name="Text 199"/>
          <p:cNvSpPr txBox="1"/>
          <p:nvPr/>
        </p:nvSpPr>
        <p:spPr>
          <a:xfrm>
            <a:off x="22702520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−2.50</a:t>
            </a:r>
            <a:endParaRPr lang="en-US" sz="1800" dirty="0"/>
          </a:p>
        </p:txBody>
      </p:sp>
      <p:pic>
        <p:nvPicPr>
          <p:cNvPr id="2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99440" y="13075920"/>
            <a:ext cx="347472" cy="347472"/>
          </a:xfrm>
          <a:prstGeom prst="rect">
            <a:avLst/>
          </a:prstGeom>
        </p:spPr>
      </p:pic>
      <p:sp>
        <p:nvSpPr>
          <p:cNvPr id="230" name="Text 200"/>
          <p:cNvSpPr txBox="1"/>
          <p:nvPr/>
        </p:nvSpPr>
        <p:spPr>
          <a:xfrm>
            <a:off x="2641092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Depression level</a:t>
            </a:r>
            <a:endParaRPr lang="en-US" sz="2100" dirty="0"/>
          </a:p>
        </p:txBody>
      </p:sp>
      <p:sp>
        <p:nvSpPr>
          <p:cNvPr id="231" name="Shape 201"/>
          <p:cNvSpPr/>
          <p:nvPr/>
        </p:nvSpPr>
        <p:spPr>
          <a:xfrm>
            <a:off x="2595372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2" name="Shape 202"/>
          <p:cNvSpPr/>
          <p:nvPr/>
        </p:nvSpPr>
        <p:spPr>
          <a:xfrm>
            <a:off x="26008584" y="13642848"/>
            <a:ext cx="2239845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33" name="Shape 203"/>
          <p:cNvSpPr/>
          <p:nvPr/>
        </p:nvSpPr>
        <p:spPr>
          <a:xfrm>
            <a:off x="262280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4" name="Shape 204"/>
          <p:cNvSpPr/>
          <p:nvPr/>
        </p:nvSpPr>
        <p:spPr>
          <a:xfrm>
            <a:off x="262280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5" name="Text 205"/>
          <p:cNvSpPr txBox="1"/>
          <p:nvPr/>
        </p:nvSpPr>
        <p:spPr>
          <a:xfrm>
            <a:off x="256794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36" name="Shape 206"/>
          <p:cNvSpPr/>
          <p:nvPr/>
        </p:nvSpPr>
        <p:spPr>
          <a:xfrm>
            <a:off x="27238234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7" name="Shape 207"/>
          <p:cNvSpPr/>
          <p:nvPr/>
        </p:nvSpPr>
        <p:spPr>
          <a:xfrm>
            <a:off x="27238234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8" name="Text 208"/>
          <p:cNvSpPr txBox="1"/>
          <p:nvPr/>
        </p:nvSpPr>
        <p:spPr>
          <a:xfrm>
            <a:off x="26689594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39" name="Shape 209"/>
          <p:cNvSpPr/>
          <p:nvPr/>
        </p:nvSpPr>
        <p:spPr>
          <a:xfrm>
            <a:off x="28248429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40" name="Shape 210"/>
          <p:cNvSpPr/>
          <p:nvPr/>
        </p:nvSpPr>
        <p:spPr>
          <a:xfrm>
            <a:off x="28248429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1" name="Text 211"/>
          <p:cNvSpPr txBox="1"/>
          <p:nvPr/>
        </p:nvSpPr>
        <p:spPr>
          <a:xfrm>
            <a:off x="27699789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2" name="Shape 212"/>
          <p:cNvSpPr/>
          <p:nvPr/>
        </p:nvSpPr>
        <p:spPr>
          <a:xfrm>
            <a:off x="29258623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43" name="Shape 213"/>
          <p:cNvSpPr/>
          <p:nvPr/>
        </p:nvSpPr>
        <p:spPr>
          <a:xfrm>
            <a:off x="29258623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4" name="Text 214"/>
          <p:cNvSpPr txBox="1"/>
          <p:nvPr/>
        </p:nvSpPr>
        <p:spPr>
          <a:xfrm>
            <a:off x="28709983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5" name="Shape 215"/>
          <p:cNvSpPr/>
          <p:nvPr/>
        </p:nvSpPr>
        <p:spPr>
          <a:xfrm>
            <a:off x="27288744" y="14621256"/>
            <a:ext cx="1616311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6" name="Shape 216"/>
          <p:cNvSpPr/>
          <p:nvPr/>
        </p:nvSpPr>
        <p:spPr>
          <a:xfrm>
            <a:off x="27288744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7" name="Shape 217"/>
          <p:cNvSpPr/>
          <p:nvPr/>
        </p:nvSpPr>
        <p:spPr>
          <a:xfrm>
            <a:off x="28905055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8" name="Shape 218"/>
          <p:cNvSpPr/>
          <p:nvPr/>
        </p:nvSpPr>
        <p:spPr>
          <a:xfrm>
            <a:off x="27911041" y="1444752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49" name="Text 219"/>
          <p:cNvSpPr txBox="1"/>
          <p:nvPr/>
        </p:nvSpPr>
        <p:spPr>
          <a:xfrm>
            <a:off x="27536137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−0.324</a:t>
            </a:r>
            <a:endParaRPr lang="en-US" sz="1800" dirty="0"/>
          </a:p>
        </p:txBody>
      </p:sp>
      <p:sp>
        <p:nvSpPr>
          <p:cNvPr id="250" name="Shape 220"/>
          <p:cNvSpPr/>
          <p:nvPr/>
        </p:nvSpPr>
        <p:spPr>
          <a:xfrm>
            <a:off x="26379569" y="16358616"/>
            <a:ext cx="2272937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1" name="Shape 221"/>
          <p:cNvSpPr/>
          <p:nvPr/>
        </p:nvSpPr>
        <p:spPr>
          <a:xfrm>
            <a:off x="26379569" y="1623060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2" name="Shape 222"/>
          <p:cNvSpPr/>
          <p:nvPr/>
        </p:nvSpPr>
        <p:spPr>
          <a:xfrm>
            <a:off x="28652506" y="1623060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3" name="Shape 223"/>
          <p:cNvSpPr/>
          <p:nvPr/>
        </p:nvSpPr>
        <p:spPr>
          <a:xfrm>
            <a:off x="27342302" y="1618488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4" name="Text 224"/>
          <p:cNvSpPr txBox="1"/>
          <p:nvPr/>
        </p:nvSpPr>
        <p:spPr>
          <a:xfrm>
            <a:off x="26967398" y="1568196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1800" dirty="0"/>
          </a:p>
        </p:txBody>
      </p:sp>
      <p:sp>
        <p:nvSpPr>
          <p:cNvPr id="255" name="Shape 225"/>
          <p:cNvSpPr/>
          <p:nvPr/>
        </p:nvSpPr>
        <p:spPr>
          <a:xfrm>
            <a:off x="26581608" y="18095976"/>
            <a:ext cx="2929563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6" name="Shape 226"/>
          <p:cNvSpPr/>
          <p:nvPr/>
        </p:nvSpPr>
        <p:spPr>
          <a:xfrm>
            <a:off x="26581608" y="1796796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7" name="Shape 227"/>
          <p:cNvSpPr/>
          <p:nvPr/>
        </p:nvSpPr>
        <p:spPr>
          <a:xfrm>
            <a:off x="29511171" y="1796796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8" name="Shape 228"/>
          <p:cNvSpPr/>
          <p:nvPr/>
        </p:nvSpPr>
        <p:spPr>
          <a:xfrm>
            <a:off x="27874169" y="1792224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9" name="Text 229"/>
          <p:cNvSpPr txBox="1"/>
          <p:nvPr/>
        </p:nvSpPr>
        <p:spPr>
          <a:xfrm>
            <a:off x="27499265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−0.397</a:t>
            </a:r>
            <a:endParaRPr lang="en-US" sz="1800" dirty="0"/>
          </a:p>
        </p:txBody>
      </p:sp>
      <p:sp>
        <p:nvSpPr>
          <p:cNvPr id="260" name="Text 230"/>
          <p:cNvSpPr txBox="1"/>
          <p:nvPr/>
        </p:nvSpPr>
        <p:spPr>
          <a:xfrm>
            <a:off x="17053560" y="19348704"/>
            <a:ext cx="1298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vs. inactive adults (percentage points)</a:t>
            </a:r>
            <a:endParaRPr lang="en-US" sz="2000" dirty="0"/>
          </a:p>
        </p:txBody>
      </p:sp>
      <p:sp>
        <p:nvSpPr>
          <p:cNvPr id="261" name="Text 231"/>
          <p:cNvSpPr txBox="1"/>
          <p:nvPr/>
        </p:nvSpPr>
        <p:spPr>
          <a:xfrm>
            <a:off x="17053560" y="19760184"/>
            <a:ext cx="1298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side = less likely than inactive adults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each panel has its own scale</a:t>
            </a:r>
            <a:endParaRPr lang="en-US" sz="1800" dirty="0"/>
          </a:p>
        </p:txBody>
      </p:sp>
      <p:sp>
        <p:nvSpPr>
          <p:cNvPr id="262" name="Text 232"/>
          <p:cNvSpPr txBox="1"/>
          <p:nvPr/>
        </p:nvSpPr>
        <p:spPr>
          <a:xfrm>
            <a:off x="13853160" y="20857464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studied: sample by activity level (N = 332,521)</a:t>
            </a:r>
            <a:endParaRPr lang="en-US" sz="2400" dirty="0"/>
          </a:p>
        </p:txBody>
      </p:sp>
      <p:sp>
        <p:nvSpPr>
          <p:cNvPr id="263" name="Shape 233"/>
          <p:cNvSpPr/>
          <p:nvPr/>
        </p:nvSpPr>
        <p:spPr>
          <a:xfrm>
            <a:off x="1455445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4" name="Shape 234"/>
          <p:cNvSpPr/>
          <p:nvPr/>
        </p:nvSpPr>
        <p:spPr>
          <a:xfrm>
            <a:off x="1455445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5" name="Shape 235"/>
          <p:cNvSpPr/>
          <p:nvPr/>
        </p:nvSpPr>
        <p:spPr>
          <a:xfrm>
            <a:off x="1455445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6" name="Shape 236"/>
          <p:cNvSpPr/>
          <p:nvPr/>
        </p:nvSpPr>
        <p:spPr>
          <a:xfrm>
            <a:off x="1455445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7" name="Shape 237"/>
          <p:cNvSpPr/>
          <p:nvPr/>
        </p:nvSpPr>
        <p:spPr>
          <a:xfrm>
            <a:off x="1455445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8" name="Shape 238"/>
          <p:cNvSpPr/>
          <p:nvPr/>
        </p:nvSpPr>
        <p:spPr>
          <a:xfrm>
            <a:off x="1455445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9" name="Shape 239"/>
          <p:cNvSpPr/>
          <p:nvPr/>
        </p:nvSpPr>
        <p:spPr>
          <a:xfrm>
            <a:off x="1455445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0" name="Shape 240"/>
          <p:cNvSpPr/>
          <p:nvPr/>
        </p:nvSpPr>
        <p:spPr>
          <a:xfrm>
            <a:off x="1455445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1" name="Shape 241"/>
          <p:cNvSpPr/>
          <p:nvPr/>
        </p:nvSpPr>
        <p:spPr>
          <a:xfrm>
            <a:off x="1455445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2" name="Shape 242"/>
          <p:cNvSpPr/>
          <p:nvPr/>
        </p:nvSpPr>
        <p:spPr>
          <a:xfrm>
            <a:off x="1455445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3" name="Shape 243"/>
          <p:cNvSpPr/>
          <p:nvPr/>
        </p:nvSpPr>
        <p:spPr>
          <a:xfrm>
            <a:off x="1470945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4" name="Shape 244"/>
          <p:cNvSpPr/>
          <p:nvPr/>
        </p:nvSpPr>
        <p:spPr>
          <a:xfrm>
            <a:off x="1470945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5" name="Shape 245"/>
          <p:cNvSpPr/>
          <p:nvPr/>
        </p:nvSpPr>
        <p:spPr>
          <a:xfrm>
            <a:off x="1470945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6" name="Shape 246"/>
          <p:cNvSpPr/>
          <p:nvPr/>
        </p:nvSpPr>
        <p:spPr>
          <a:xfrm>
            <a:off x="1470945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7" name="Shape 247"/>
          <p:cNvSpPr/>
          <p:nvPr/>
        </p:nvSpPr>
        <p:spPr>
          <a:xfrm>
            <a:off x="1470945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8" name="Shape 248"/>
          <p:cNvSpPr/>
          <p:nvPr/>
        </p:nvSpPr>
        <p:spPr>
          <a:xfrm>
            <a:off x="1470945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9" name="Shape 249"/>
          <p:cNvSpPr/>
          <p:nvPr/>
        </p:nvSpPr>
        <p:spPr>
          <a:xfrm>
            <a:off x="1470945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0" name="Shape 250"/>
          <p:cNvSpPr/>
          <p:nvPr/>
        </p:nvSpPr>
        <p:spPr>
          <a:xfrm>
            <a:off x="1470945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1" name="Shape 251"/>
          <p:cNvSpPr/>
          <p:nvPr/>
        </p:nvSpPr>
        <p:spPr>
          <a:xfrm>
            <a:off x="1470945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2" name="Shape 252"/>
          <p:cNvSpPr/>
          <p:nvPr/>
        </p:nvSpPr>
        <p:spPr>
          <a:xfrm>
            <a:off x="1470945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3" name="Shape 253"/>
          <p:cNvSpPr/>
          <p:nvPr/>
        </p:nvSpPr>
        <p:spPr>
          <a:xfrm>
            <a:off x="1486444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4" name="Shape 254"/>
          <p:cNvSpPr/>
          <p:nvPr/>
        </p:nvSpPr>
        <p:spPr>
          <a:xfrm>
            <a:off x="1486444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5" name="Shape 255"/>
          <p:cNvSpPr/>
          <p:nvPr/>
        </p:nvSpPr>
        <p:spPr>
          <a:xfrm>
            <a:off x="1486444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6" name="Shape 256"/>
          <p:cNvSpPr/>
          <p:nvPr/>
        </p:nvSpPr>
        <p:spPr>
          <a:xfrm>
            <a:off x="1486444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7" name="Shape 257"/>
          <p:cNvSpPr/>
          <p:nvPr/>
        </p:nvSpPr>
        <p:spPr>
          <a:xfrm>
            <a:off x="1486444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8" name="Shape 258"/>
          <p:cNvSpPr/>
          <p:nvPr/>
        </p:nvSpPr>
        <p:spPr>
          <a:xfrm>
            <a:off x="1486444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9" name="Shape 259"/>
          <p:cNvSpPr/>
          <p:nvPr/>
        </p:nvSpPr>
        <p:spPr>
          <a:xfrm>
            <a:off x="1486444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0" name="Shape 260"/>
          <p:cNvSpPr/>
          <p:nvPr/>
        </p:nvSpPr>
        <p:spPr>
          <a:xfrm>
            <a:off x="1486444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1" name="Shape 261"/>
          <p:cNvSpPr/>
          <p:nvPr/>
        </p:nvSpPr>
        <p:spPr>
          <a:xfrm>
            <a:off x="1486444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2" name="Shape 262"/>
          <p:cNvSpPr/>
          <p:nvPr/>
        </p:nvSpPr>
        <p:spPr>
          <a:xfrm>
            <a:off x="1486444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3" name="Shape 263"/>
          <p:cNvSpPr/>
          <p:nvPr/>
        </p:nvSpPr>
        <p:spPr>
          <a:xfrm>
            <a:off x="1501943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4" name="Shape 264"/>
          <p:cNvSpPr/>
          <p:nvPr/>
        </p:nvSpPr>
        <p:spPr>
          <a:xfrm>
            <a:off x="1501943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5" name="Shape 265"/>
          <p:cNvSpPr/>
          <p:nvPr/>
        </p:nvSpPr>
        <p:spPr>
          <a:xfrm>
            <a:off x="1501943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6" name="Shape 266"/>
          <p:cNvSpPr/>
          <p:nvPr/>
        </p:nvSpPr>
        <p:spPr>
          <a:xfrm>
            <a:off x="1501943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7" name="Shape 267"/>
          <p:cNvSpPr/>
          <p:nvPr/>
        </p:nvSpPr>
        <p:spPr>
          <a:xfrm>
            <a:off x="1501943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8" name="Shape 268"/>
          <p:cNvSpPr/>
          <p:nvPr/>
        </p:nvSpPr>
        <p:spPr>
          <a:xfrm>
            <a:off x="1501943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9" name="Shape 269"/>
          <p:cNvSpPr/>
          <p:nvPr/>
        </p:nvSpPr>
        <p:spPr>
          <a:xfrm>
            <a:off x="1501943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0" name="Shape 270"/>
          <p:cNvSpPr/>
          <p:nvPr/>
        </p:nvSpPr>
        <p:spPr>
          <a:xfrm>
            <a:off x="1501943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1" name="Shape 271"/>
          <p:cNvSpPr/>
          <p:nvPr/>
        </p:nvSpPr>
        <p:spPr>
          <a:xfrm>
            <a:off x="1501943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2" name="Shape 272"/>
          <p:cNvSpPr/>
          <p:nvPr/>
        </p:nvSpPr>
        <p:spPr>
          <a:xfrm>
            <a:off x="1501943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3" name="Shape 273"/>
          <p:cNvSpPr/>
          <p:nvPr/>
        </p:nvSpPr>
        <p:spPr>
          <a:xfrm>
            <a:off x="1517442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4" name="Shape 274"/>
          <p:cNvSpPr/>
          <p:nvPr/>
        </p:nvSpPr>
        <p:spPr>
          <a:xfrm>
            <a:off x="1517442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5" name="Shape 275"/>
          <p:cNvSpPr/>
          <p:nvPr/>
        </p:nvSpPr>
        <p:spPr>
          <a:xfrm>
            <a:off x="1517442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6" name="Shape 276"/>
          <p:cNvSpPr/>
          <p:nvPr/>
        </p:nvSpPr>
        <p:spPr>
          <a:xfrm>
            <a:off x="1517442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7" name="Shape 277"/>
          <p:cNvSpPr/>
          <p:nvPr/>
        </p:nvSpPr>
        <p:spPr>
          <a:xfrm>
            <a:off x="1517442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8" name="Shape 278"/>
          <p:cNvSpPr/>
          <p:nvPr/>
        </p:nvSpPr>
        <p:spPr>
          <a:xfrm>
            <a:off x="1517442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9" name="Shape 279"/>
          <p:cNvSpPr/>
          <p:nvPr/>
        </p:nvSpPr>
        <p:spPr>
          <a:xfrm>
            <a:off x="1517442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0" name="Shape 280"/>
          <p:cNvSpPr/>
          <p:nvPr/>
        </p:nvSpPr>
        <p:spPr>
          <a:xfrm>
            <a:off x="1517442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1" name="Shape 281"/>
          <p:cNvSpPr/>
          <p:nvPr/>
        </p:nvSpPr>
        <p:spPr>
          <a:xfrm>
            <a:off x="1517442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2" name="Shape 282"/>
          <p:cNvSpPr/>
          <p:nvPr/>
        </p:nvSpPr>
        <p:spPr>
          <a:xfrm>
            <a:off x="1517442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3" name="Shape 283"/>
          <p:cNvSpPr/>
          <p:nvPr/>
        </p:nvSpPr>
        <p:spPr>
          <a:xfrm>
            <a:off x="1532941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4" name="Shape 284"/>
          <p:cNvSpPr/>
          <p:nvPr/>
        </p:nvSpPr>
        <p:spPr>
          <a:xfrm>
            <a:off x="1532941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5" name="Shape 285"/>
          <p:cNvSpPr/>
          <p:nvPr/>
        </p:nvSpPr>
        <p:spPr>
          <a:xfrm>
            <a:off x="1532941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6" name="Shape 286"/>
          <p:cNvSpPr/>
          <p:nvPr/>
        </p:nvSpPr>
        <p:spPr>
          <a:xfrm>
            <a:off x="1532941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7" name="Shape 287"/>
          <p:cNvSpPr/>
          <p:nvPr/>
        </p:nvSpPr>
        <p:spPr>
          <a:xfrm>
            <a:off x="1532941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8" name="Shape 288"/>
          <p:cNvSpPr/>
          <p:nvPr/>
        </p:nvSpPr>
        <p:spPr>
          <a:xfrm>
            <a:off x="1532941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9" name="Shape 289"/>
          <p:cNvSpPr/>
          <p:nvPr/>
        </p:nvSpPr>
        <p:spPr>
          <a:xfrm>
            <a:off x="1532941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0" name="Shape 290"/>
          <p:cNvSpPr/>
          <p:nvPr/>
        </p:nvSpPr>
        <p:spPr>
          <a:xfrm>
            <a:off x="1532941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1" name="Shape 291"/>
          <p:cNvSpPr/>
          <p:nvPr/>
        </p:nvSpPr>
        <p:spPr>
          <a:xfrm>
            <a:off x="1532941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2" name="Shape 292"/>
          <p:cNvSpPr/>
          <p:nvPr/>
        </p:nvSpPr>
        <p:spPr>
          <a:xfrm>
            <a:off x="1532941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3" name="Shape 293"/>
          <p:cNvSpPr/>
          <p:nvPr/>
        </p:nvSpPr>
        <p:spPr>
          <a:xfrm>
            <a:off x="1548440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4" name="Shape 294"/>
          <p:cNvSpPr/>
          <p:nvPr/>
        </p:nvSpPr>
        <p:spPr>
          <a:xfrm>
            <a:off x="1548440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5" name="Shape 295"/>
          <p:cNvSpPr/>
          <p:nvPr/>
        </p:nvSpPr>
        <p:spPr>
          <a:xfrm>
            <a:off x="1548440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6" name="Shape 296"/>
          <p:cNvSpPr/>
          <p:nvPr/>
        </p:nvSpPr>
        <p:spPr>
          <a:xfrm>
            <a:off x="1548440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7" name="Shape 297"/>
          <p:cNvSpPr/>
          <p:nvPr/>
        </p:nvSpPr>
        <p:spPr>
          <a:xfrm>
            <a:off x="1548440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8" name="Shape 298"/>
          <p:cNvSpPr/>
          <p:nvPr/>
        </p:nvSpPr>
        <p:spPr>
          <a:xfrm>
            <a:off x="1548440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9" name="Shape 299"/>
          <p:cNvSpPr/>
          <p:nvPr/>
        </p:nvSpPr>
        <p:spPr>
          <a:xfrm>
            <a:off x="1548440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0" name="Shape 300"/>
          <p:cNvSpPr/>
          <p:nvPr/>
        </p:nvSpPr>
        <p:spPr>
          <a:xfrm>
            <a:off x="1548440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1" name="Shape 301"/>
          <p:cNvSpPr/>
          <p:nvPr/>
        </p:nvSpPr>
        <p:spPr>
          <a:xfrm>
            <a:off x="1548440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2" name="Shape 302"/>
          <p:cNvSpPr/>
          <p:nvPr/>
        </p:nvSpPr>
        <p:spPr>
          <a:xfrm>
            <a:off x="1548440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3" name="Shape 303"/>
          <p:cNvSpPr/>
          <p:nvPr/>
        </p:nvSpPr>
        <p:spPr>
          <a:xfrm>
            <a:off x="1563939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4" name="Shape 304"/>
          <p:cNvSpPr/>
          <p:nvPr/>
        </p:nvSpPr>
        <p:spPr>
          <a:xfrm>
            <a:off x="1563939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5" name="Shape 305"/>
          <p:cNvSpPr/>
          <p:nvPr/>
        </p:nvSpPr>
        <p:spPr>
          <a:xfrm>
            <a:off x="1563939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6" name="Shape 306"/>
          <p:cNvSpPr/>
          <p:nvPr/>
        </p:nvSpPr>
        <p:spPr>
          <a:xfrm>
            <a:off x="1563939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7" name="Shape 307"/>
          <p:cNvSpPr/>
          <p:nvPr/>
        </p:nvSpPr>
        <p:spPr>
          <a:xfrm>
            <a:off x="1563939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8" name="Shape 308"/>
          <p:cNvSpPr/>
          <p:nvPr/>
        </p:nvSpPr>
        <p:spPr>
          <a:xfrm>
            <a:off x="1563939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9" name="Shape 309"/>
          <p:cNvSpPr/>
          <p:nvPr/>
        </p:nvSpPr>
        <p:spPr>
          <a:xfrm>
            <a:off x="1563939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0" name="Shape 310"/>
          <p:cNvSpPr/>
          <p:nvPr/>
        </p:nvSpPr>
        <p:spPr>
          <a:xfrm>
            <a:off x="1563939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1" name="Shape 311"/>
          <p:cNvSpPr/>
          <p:nvPr/>
        </p:nvSpPr>
        <p:spPr>
          <a:xfrm>
            <a:off x="1563939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2" name="Shape 312"/>
          <p:cNvSpPr/>
          <p:nvPr/>
        </p:nvSpPr>
        <p:spPr>
          <a:xfrm>
            <a:off x="1563939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3" name="Shape 313"/>
          <p:cNvSpPr/>
          <p:nvPr/>
        </p:nvSpPr>
        <p:spPr>
          <a:xfrm>
            <a:off x="1579438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4" name="Shape 314"/>
          <p:cNvSpPr/>
          <p:nvPr/>
        </p:nvSpPr>
        <p:spPr>
          <a:xfrm>
            <a:off x="1579438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5" name="Shape 315"/>
          <p:cNvSpPr/>
          <p:nvPr/>
        </p:nvSpPr>
        <p:spPr>
          <a:xfrm>
            <a:off x="1579438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6" name="Shape 316"/>
          <p:cNvSpPr/>
          <p:nvPr/>
        </p:nvSpPr>
        <p:spPr>
          <a:xfrm>
            <a:off x="1579438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7" name="Shape 317"/>
          <p:cNvSpPr/>
          <p:nvPr/>
        </p:nvSpPr>
        <p:spPr>
          <a:xfrm>
            <a:off x="1579438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8" name="Shape 318"/>
          <p:cNvSpPr/>
          <p:nvPr/>
        </p:nvSpPr>
        <p:spPr>
          <a:xfrm>
            <a:off x="1579438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9" name="Shape 319"/>
          <p:cNvSpPr/>
          <p:nvPr/>
        </p:nvSpPr>
        <p:spPr>
          <a:xfrm>
            <a:off x="1579438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0" name="Shape 320"/>
          <p:cNvSpPr/>
          <p:nvPr/>
        </p:nvSpPr>
        <p:spPr>
          <a:xfrm>
            <a:off x="1579438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1" name="Shape 321"/>
          <p:cNvSpPr/>
          <p:nvPr/>
        </p:nvSpPr>
        <p:spPr>
          <a:xfrm>
            <a:off x="1579438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2" name="Shape 322"/>
          <p:cNvSpPr/>
          <p:nvPr/>
        </p:nvSpPr>
        <p:spPr>
          <a:xfrm>
            <a:off x="1579438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3" name="Shape 323"/>
          <p:cNvSpPr/>
          <p:nvPr/>
        </p:nvSpPr>
        <p:spPr>
          <a:xfrm>
            <a:off x="1594937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4" name="Shape 324"/>
          <p:cNvSpPr/>
          <p:nvPr/>
        </p:nvSpPr>
        <p:spPr>
          <a:xfrm>
            <a:off x="1594937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5" name="Shape 325"/>
          <p:cNvSpPr/>
          <p:nvPr/>
        </p:nvSpPr>
        <p:spPr>
          <a:xfrm>
            <a:off x="1594937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6" name="Shape 326"/>
          <p:cNvSpPr/>
          <p:nvPr/>
        </p:nvSpPr>
        <p:spPr>
          <a:xfrm>
            <a:off x="1594937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7" name="Shape 327"/>
          <p:cNvSpPr/>
          <p:nvPr/>
        </p:nvSpPr>
        <p:spPr>
          <a:xfrm>
            <a:off x="1594937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8" name="Shape 328"/>
          <p:cNvSpPr/>
          <p:nvPr/>
        </p:nvSpPr>
        <p:spPr>
          <a:xfrm>
            <a:off x="1594937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9" name="Shape 329"/>
          <p:cNvSpPr/>
          <p:nvPr/>
        </p:nvSpPr>
        <p:spPr>
          <a:xfrm>
            <a:off x="1594937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0" name="Shape 330"/>
          <p:cNvSpPr/>
          <p:nvPr/>
        </p:nvSpPr>
        <p:spPr>
          <a:xfrm>
            <a:off x="1594937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1" name="Shape 331"/>
          <p:cNvSpPr/>
          <p:nvPr/>
        </p:nvSpPr>
        <p:spPr>
          <a:xfrm>
            <a:off x="1594937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2" name="Shape 332"/>
          <p:cNvSpPr/>
          <p:nvPr/>
        </p:nvSpPr>
        <p:spPr>
          <a:xfrm>
            <a:off x="1594937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3" name="Shape 333"/>
          <p:cNvSpPr/>
          <p:nvPr/>
        </p:nvSpPr>
        <p:spPr>
          <a:xfrm>
            <a:off x="1610436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4" name="Shape 334"/>
          <p:cNvSpPr/>
          <p:nvPr/>
        </p:nvSpPr>
        <p:spPr>
          <a:xfrm>
            <a:off x="1610436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5" name="Shape 335"/>
          <p:cNvSpPr/>
          <p:nvPr/>
        </p:nvSpPr>
        <p:spPr>
          <a:xfrm>
            <a:off x="1610436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6" name="Shape 336"/>
          <p:cNvSpPr/>
          <p:nvPr/>
        </p:nvSpPr>
        <p:spPr>
          <a:xfrm>
            <a:off x="1610436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7" name="Shape 337"/>
          <p:cNvSpPr/>
          <p:nvPr/>
        </p:nvSpPr>
        <p:spPr>
          <a:xfrm>
            <a:off x="1610436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8" name="Shape 338"/>
          <p:cNvSpPr/>
          <p:nvPr/>
        </p:nvSpPr>
        <p:spPr>
          <a:xfrm>
            <a:off x="1610436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9" name="Shape 339"/>
          <p:cNvSpPr/>
          <p:nvPr/>
        </p:nvSpPr>
        <p:spPr>
          <a:xfrm>
            <a:off x="1610436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0" name="Shape 340"/>
          <p:cNvSpPr/>
          <p:nvPr/>
        </p:nvSpPr>
        <p:spPr>
          <a:xfrm>
            <a:off x="1610436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1" name="Shape 341"/>
          <p:cNvSpPr/>
          <p:nvPr/>
        </p:nvSpPr>
        <p:spPr>
          <a:xfrm>
            <a:off x="1610436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2" name="Shape 342"/>
          <p:cNvSpPr/>
          <p:nvPr/>
        </p:nvSpPr>
        <p:spPr>
          <a:xfrm>
            <a:off x="1610436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3" name="Shape 343"/>
          <p:cNvSpPr/>
          <p:nvPr/>
        </p:nvSpPr>
        <p:spPr>
          <a:xfrm>
            <a:off x="1625935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4" name="Shape 344"/>
          <p:cNvSpPr/>
          <p:nvPr/>
        </p:nvSpPr>
        <p:spPr>
          <a:xfrm>
            <a:off x="1625935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5" name="Shape 345"/>
          <p:cNvSpPr/>
          <p:nvPr/>
        </p:nvSpPr>
        <p:spPr>
          <a:xfrm>
            <a:off x="1625935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6" name="Shape 346"/>
          <p:cNvSpPr/>
          <p:nvPr/>
        </p:nvSpPr>
        <p:spPr>
          <a:xfrm>
            <a:off x="1625935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7" name="Shape 347"/>
          <p:cNvSpPr/>
          <p:nvPr/>
        </p:nvSpPr>
        <p:spPr>
          <a:xfrm>
            <a:off x="1625935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8" name="Shape 348"/>
          <p:cNvSpPr/>
          <p:nvPr/>
        </p:nvSpPr>
        <p:spPr>
          <a:xfrm>
            <a:off x="1625935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9" name="Shape 349"/>
          <p:cNvSpPr/>
          <p:nvPr/>
        </p:nvSpPr>
        <p:spPr>
          <a:xfrm>
            <a:off x="1625935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0" name="Shape 350"/>
          <p:cNvSpPr/>
          <p:nvPr/>
        </p:nvSpPr>
        <p:spPr>
          <a:xfrm>
            <a:off x="1625935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1" name="Shape 351"/>
          <p:cNvSpPr/>
          <p:nvPr/>
        </p:nvSpPr>
        <p:spPr>
          <a:xfrm>
            <a:off x="1625935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2" name="Shape 352"/>
          <p:cNvSpPr/>
          <p:nvPr/>
        </p:nvSpPr>
        <p:spPr>
          <a:xfrm>
            <a:off x="1625935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3" name="Shape 353"/>
          <p:cNvSpPr/>
          <p:nvPr/>
        </p:nvSpPr>
        <p:spPr>
          <a:xfrm>
            <a:off x="1641434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4" name="Shape 354"/>
          <p:cNvSpPr/>
          <p:nvPr/>
        </p:nvSpPr>
        <p:spPr>
          <a:xfrm>
            <a:off x="1641434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5" name="Shape 355"/>
          <p:cNvSpPr/>
          <p:nvPr/>
        </p:nvSpPr>
        <p:spPr>
          <a:xfrm>
            <a:off x="1641434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6" name="Shape 356"/>
          <p:cNvSpPr/>
          <p:nvPr/>
        </p:nvSpPr>
        <p:spPr>
          <a:xfrm>
            <a:off x="1641434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7" name="Shape 357"/>
          <p:cNvSpPr/>
          <p:nvPr/>
        </p:nvSpPr>
        <p:spPr>
          <a:xfrm>
            <a:off x="1641434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8" name="Shape 358"/>
          <p:cNvSpPr/>
          <p:nvPr/>
        </p:nvSpPr>
        <p:spPr>
          <a:xfrm>
            <a:off x="1641434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9" name="Shape 359"/>
          <p:cNvSpPr/>
          <p:nvPr/>
        </p:nvSpPr>
        <p:spPr>
          <a:xfrm>
            <a:off x="1641434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0" name="Shape 360"/>
          <p:cNvSpPr/>
          <p:nvPr/>
        </p:nvSpPr>
        <p:spPr>
          <a:xfrm>
            <a:off x="1641434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1" name="Shape 361"/>
          <p:cNvSpPr/>
          <p:nvPr/>
        </p:nvSpPr>
        <p:spPr>
          <a:xfrm>
            <a:off x="1641434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2" name="Shape 362"/>
          <p:cNvSpPr/>
          <p:nvPr/>
        </p:nvSpPr>
        <p:spPr>
          <a:xfrm>
            <a:off x="1641434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3" name="Shape 363"/>
          <p:cNvSpPr/>
          <p:nvPr/>
        </p:nvSpPr>
        <p:spPr>
          <a:xfrm>
            <a:off x="1656933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4" name="Shape 364"/>
          <p:cNvSpPr/>
          <p:nvPr/>
        </p:nvSpPr>
        <p:spPr>
          <a:xfrm>
            <a:off x="1656933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5" name="Shape 365"/>
          <p:cNvSpPr/>
          <p:nvPr/>
        </p:nvSpPr>
        <p:spPr>
          <a:xfrm>
            <a:off x="1656933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6" name="Shape 366"/>
          <p:cNvSpPr/>
          <p:nvPr/>
        </p:nvSpPr>
        <p:spPr>
          <a:xfrm>
            <a:off x="1656933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7" name="Shape 367"/>
          <p:cNvSpPr/>
          <p:nvPr/>
        </p:nvSpPr>
        <p:spPr>
          <a:xfrm>
            <a:off x="1656933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8" name="Shape 368"/>
          <p:cNvSpPr/>
          <p:nvPr/>
        </p:nvSpPr>
        <p:spPr>
          <a:xfrm>
            <a:off x="1656933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9" name="Shape 369"/>
          <p:cNvSpPr/>
          <p:nvPr/>
        </p:nvSpPr>
        <p:spPr>
          <a:xfrm>
            <a:off x="1656933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0" name="Shape 370"/>
          <p:cNvSpPr/>
          <p:nvPr/>
        </p:nvSpPr>
        <p:spPr>
          <a:xfrm>
            <a:off x="1656933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1" name="Shape 371"/>
          <p:cNvSpPr/>
          <p:nvPr/>
        </p:nvSpPr>
        <p:spPr>
          <a:xfrm>
            <a:off x="1656933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2" name="Shape 372"/>
          <p:cNvSpPr/>
          <p:nvPr/>
        </p:nvSpPr>
        <p:spPr>
          <a:xfrm>
            <a:off x="1656933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3" name="Shape 373"/>
          <p:cNvSpPr/>
          <p:nvPr/>
        </p:nvSpPr>
        <p:spPr>
          <a:xfrm>
            <a:off x="1672433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4" name="Shape 374"/>
          <p:cNvSpPr/>
          <p:nvPr/>
        </p:nvSpPr>
        <p:spPr>
          <a:xfrm>
            <a:off x="1672433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5" name="Shape 375"/>
          <p:cNvSpPr/>
          <p:nvPr/>
        </p:nvSpPr>
        <p:spPr>
          <a:xfrm>
            <a:off x="1672433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6" name="Shape 376"/>
          <p:cNvSpPr/>
          <p:nvPr/>
        </p:nvSpPr>
        <p:spPr>
          <a:xfrm>
            <a:off x="1672433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7" name="Shape 377"/>
          <p:cNvSpPr/>
          <p:nvPr/>
        </p:nvSpPr>
        <p:spPr>
          <a:xfrm>
            <a:off x="1672433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8" name="Shape 378"/>
          <p:cNvSpPr/>
          <p:nvPr/>
        </p:nvSpPr>
        <p:spPr>
          <a:xfrm>
            <a:off x="1672433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9" name="Shape 379"/>
          <p:cNvSpPr/>
          <p:nvPr/>
        </p:nvSpPr>
        <p:spPr>
          <a:xfrm>
            <a:off x="1672433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0" name="Shape 380"/>
          <p:cNvSpPr/>
          <p:nvPr/>
        </p:nvSpPr>
        <p:spPr>
          <a:xfrm>
            <a:off x="1672433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1" name="Shape 381"/>
          <p:cNvSpPr/>
          <p:nvPr/>
        </p:nvSpPr>
        <p:spPr>
          <a:xfrm>
            <a:off x="1672433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2" name="Shape 382"/>
          <p:cNvSpPr/>
          <p:nvPr/>
        </p:nvSpPr>
        <p:spPr>
          <a:xfrm>
            <a:off x="1672433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3" name="Shape 383"/>
          <p:cNvSpPr/>
          <p:nvPr/>
        </p:nvSpPr>
        <p:spPr>
          <a:xfrm>
            <a:off x="1687932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4" name="Shape 384"/>
          <p:cNvSpPr/>
          <p:nvPr/>
        </p:nvSpPr>
        <p:spPr>
          <a:xfrm>
            <a:off x="1687932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5" name="Shape 385"/>
          <p:cNvSpPr/>
          <p:nvPr/>
        </p:nvSpPr>
        <p:spPr>
          <a:xfrm>
            <a:off x="1687932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6" name="Shape 386"/>
          <p:cNvSpPr/>
          <p:nvPr/>
        </p:nvSpPr>
        <p:spPr>
          <a:xfrm>
            <a:off x="1687932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7" name="Shape 387"/>
          <p:cNvSpPr/>
          <p:nvPr/>
        </p:nvSpPr>
        <p:spPr>
          <a:xfrm>
            <a:off x="1687932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8" name="Shape 388"/>
          <p:cNvSpPr/>
          <p:nvPr/>
        </p:nvSpPr>
        <p:spPr>
          <a:xfrm>
            <a:off x="1687932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9" name="Shape 389"/>
          <p:cNvSpPr/>
          <p:nvPr/>
        </p:nvSpPr>
        <p:spPr>
          <a:xfrm>
            <a:off x="1687932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0" name="Shape 390"/>
          <p:cNvSpPr/>
          <p:nvPr/>
        </p:nvSpPr>
        <p:spPr>
          <a:xfrm>
            <a:off x="1687932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1" name="Shape 391"/>
          <p:cNvSpPr/>
          <p:nvPr/>
        </p:nvSpPr>
        <p:spPr>
          <a:xfrm>
            <a:off x="1687932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2" name="Shape 392"/>
          <p:cNvSpPr/>
          <p:nvPr/>
        </p:nvSpPr>
        <p:spPr>
          <a:xfrm>
            <a:off x="1687932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3" name="Shape 393"/>
          <p:cNvSpPr/>
          <p:nvPr/>
        </p:nvSpPr>
        <p:spPr>
          <a:xfrm>
            <a:off x="1703431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4" name="Shape 394"/>
          <p:cNvSpPr/>
          <p:nvPr/>
        </p:nvSpPr>
        <p:spPr>
          <a:xfrm>
            <a:off x="1703431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5" name="Shape 395"/>
          <p:cNvSpPr/>
          <p:nvPr/>
        </p:nvSpPr>
        <p:spPr>
          <a:xfrm>
            <a:off x="1703431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6" name="Shape 396"/>
          <p:cNvSpPr/>
          <p:nvPr/>
        </p:nvSpPr>
        <p:spPr>
          <a:xfrm>
            <a:off x="1703431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7" name="Shape 397"/>
          <p:cNvSpPr/>
          <p:nvPr/>
        </p:nvSpPr>
        <p:spPr>
          <a:xfrm>
            <a:off x="1703431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8" name="Shape 398"/>
          <p:cNvSpPr/>
          <p:nvPr/>
        </p:nvSpPr>
        <p:spPr>
          <a:xfrm>
            <a:off x="1703431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9" name="Shape 399"/>
          <p:cNvSpPr/>
          <p:nvPr/>
        </p:nvSpPr>
        <p:spPr>
          <a:xfrm>
            <a:off x="1703431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0" name="Shape 400"/>
          <p:cNvSpPr/>
          <p:nvPr/>
        </p:nvSpPr>
        <p:spPr>
          <a:xfrm>
            <a:off x="1703431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1" name="Shape 401"/>
          <p:cNvSpPr/>
          <p:nvPr/>
        </p:nvSpPr>
        <p:spPr>
          <a:xfrm>
            <a:off x="1703431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2" name="Shape 402"/>
          <p:cNvSpPr/>
          <p:nvPr/>
        </p:nvSpPr>
        <p:spPr>
          <a:xfrm>
            <a:off x="1703431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3" name="Shape 403"/>
          <p:cNvSpPr/>
          <p:nvPr/>
        </p:nvSpPr>
        <p:spPr>
          <a:xfrm>
            <a:off x="1718930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4" name="Shape 404"/>
          <p:cNvSpPr/>
          <p:nvPr/>
        </p:nvSpPr>
        <p:spPr>
          <a:xfrm>
            <a:off x="1718930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5" name="Shape 405"/>
          <p:cNvSpPr/>
          <p:nvPr/>
        </p:nvSpPr>
        <p:spPr>
          <a:xfrm>
            <a:off x="1718930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6" name="Shape 406"/>
          <p:cNvSpPr/>
          <p:nvPr/>
        </p:nvSpPr>
        <p:spPr>
          <a:xfrm>
            <a:off x="1718930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7" name="Shape 407"/>
          <p:cNvSpPr/>
          <p:nvPr/>
        </p:nvSpPr>
        <p:spPr>
          <a:xfrm>
            <a:off x="1718930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8" name="Shape 408"/>
          <p:cNvSpPr/>
          <p:nvPr/>
        </p:nvSpPr>
        <p:spPr>
          <a:xfrm>
            <a:off x="1718930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9" name="Shape 409"/>
          <p:cNvSpPr/>
          <p:nvPr/>
        </p:nvSpPr>
        <p:spPr>
          <a:xfrm>
            <a:off x="1718930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0" name="Shape 410"/>
          <p:cNvSpPr/>
          <p:nvPr/>
        </p:nvSpPr>
        <p:spPr>
          <a:xfrm>
            <a:off x="1718930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1" name="Shape 411"/>
          <p:cNvSpPr/>
          <p:nvPr/>
        </p:nvSpPr>
        <p:spPr>
          <a:xfrm>
            <a:off x="1718930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2" name="Shape 412"/>
          <p:cNvSpPr/>
          <p:nvPr/>
        </p:nvSpPr>
        <p:spPr>
          <a:xfrm>
            <a:off x="1718930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3" name="Shape 413"/>
          <p:cNvSpPr/>
          <p:nvPr/>
        </p:nvSpPr>
        <p:spPr>
          <a:xfrm>
            <a:off x="1734429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4" name="Shape 414"/>
          <p:cNvSpPr/>
          <p:nvPr/>
        </p:nvSpPr>
        <p:spPr>
          <a:xfrm>
            <a:off x="1734429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5" name="Shape 415"/>
          <p:cNvSpPr/>
          <p:nvPr/>
        </p:nvSpPr>
        <p:spPr>
          <a:xfrm>
            <a:off x="1734429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6" name="Shape 416"/>
          <p:cNvSpPr/>
          <p:nvPr/>
        </p:nvSpPr>
        <p:spPr>
          <a:xfrm>
            <a:off x="1734429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7" name="Shape 417"/>
          <p:cNvSpPr/>
          <p:nvPr/>
        </p:nvSpPr>
        <p:spPr>
          <a:xfrm>
            <a:off x="1734429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8" name="Shape 418"/>
          <p:cNvSpPr/>
          <p:nvPr/>
        </p:nvSpPr>
        <p:spPr>
          <a:xfrm>
            <a:off x="1734429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9" name="Shape 419"/>
          <p:cNvSpPr/>
          <p:nvPr/>
        </p:nvSpPr>
        <p:spPr>
          <a:xfrm>
            <a:off x="1734429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0" name="Shape 420"/>
          <p:cNvSpPr/>
          <p:nvPr/>
        </p:nvSpPr>
        <p:spPr>
          <a:xfrm>
            <a:off x="1734429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1" name="Shape 421"/>
          <p:cNvSpPr/>
          <p:nvPr/>
        </p:nvSpPr>
        <p:spPr>
          <a:xfrm>
            <a:off x="1734429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2" name="Shape 422"/>
          <p:cNvSpPr/>
          <p:nvPr/>
        </p:nvSpPr>
        <p:spPr>
          <a:xfrm>
            <a:off x="1734429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3" name="Shape 423"/>
          <p:cNvSpPr/>
          <p:nvPr/>
        </p:nvSpPr>
        <p:spPr>
          <a:xfrm>
            <a:off x="1749928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4" name="Shape 424"/>
          <p:cNvSpPr/>
          <p:nvPr/>
        </p:nvSpPr>
        <p:spPr>
          <a:xfrm>
            <a:off x="1749928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5" name="Shape 425"/>
          <p:cNvSpPr/>
          <p:nvPr/>
        </p:nvSpPr>
        <p:spPr>
          <a:xfrm>
            <a:off x="1749928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6" name="Shape 426"/>
          <p:cNvSpPr/>
          <p:nvPr/>
        </p:nvSpPr>
        <p:spPr>
          <a:xfrm>
            <a:off x="1749928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7" name="Shape 427"/>
          <p:cNvSpPr/>
          <p:nvPr/>
        </p:nvSpPr>
        <p:spPr>
          <a:xfrm>
            <a:off x="1749928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8" name="Shape 428"/>
          <p:cNvSpPr/>
          <p:nvPr/>
        </p:nvSpPr>
        <p:spPr>
          <a:xfrm>
            <a:off x="1749928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9" name="Shape 429"/>
          <p:cNvSpPr/>
          <p:nvPr/>
        </p:nvSpPr>
        <p:spPr>
          <a:xfrm>
            <a:off x="1749928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0" name="Shape 430"/>
          <p:cNvSpPr/>
          <p:nvPr/>
        </p:nvSpPr>
        <p:spPr>
          <a:xfrm>
            <a:off x="1749928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1" name="Shape 431"/>
          <p:cNvSpPr/>
          <p:nvPr/>
        </p:nvSpPr>
        <p:spPr>
          <a:xfrm>
            <a:off x="1749928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2" name="Shape 432"/>
          <p:cNvSpPr/>
          <p:nvPr/>
        </p:nvSpPr>
        <p:spPr>
          <a:xfrm>
            <a:off x="1749928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3" name="Shape 433"/>
          <p:cNvSpPr/>
          <p:nvPr/>
        </p:nvSpPr>
        <p:spPr>
          <a:xfrm>
            <a:off x="1765427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4" name="Shape 434"/>
          <p:cNvSpPr/>
          <p:nvPr/>
        </p:nvSpPr>
        <p:spPr>
          <a:xfrm>
            <a:off x="1765427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5" name="Shape 435"/>
          <p:cNvSpPr/>
          <p:nvPr/>
        </p:nvSpPr>
        <p:spPr>
          <a:xfrm>
            <a:off x="1765427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6" name="Shape 436"/>
          <p:cNvSpPr/>
          <p:nvPr/>
        </p:nvSpPr>
        <p:spPr>
          <a:xfrm>
            <a:off x="1765427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7" name="Shape 437"/>
          <p:cNvSpPr/>
          <p:nvPr/>
        </p:nvSpPr>
        <p:spPr>
          <a:xfrm>
            <a:off x="1765427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8" name="Shape 438"/>
          <p:cNvSpPr/>
          <p:nvPr/>
        </p:nvSpPr>
        <p:spPr>
          <a:xfrm>
            <a:off x="1765427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9" name="Shape 439"/>
          <p:cNvSpPr/>
          <p:nvPr/>
        </p:nvSpPr>
        <p:spPr>
          <a:xfrm>
            <a:off x="1765427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0" name="Shape 440"/>
          <p:cNvSpPr/>
          <p:nvPr/>
        </p:nvSpPr>
        <p:spPr>
          <a:xfrm>
            <a:off x="1765427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1" name="Shape 441"/>
          <p:cNvSpPr/>
          <p:nvPr/>
        </p:nvSpPr>
        <p:spPr>
          <a:xfrm>
            <a:off x="1765427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2" name="Shape 442"/>
          <p:cNvSpPr/>
          <p:nvPr/>
        </p:nvSpPr>
        <p:spPr>
          <a:xfrm>
            <a:off x="1765427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3" name="Shape 443"/>
          <p:cNvSpPr/>
          <p:nvPr/>
        </p:nvSpPr>
        <p:spPr>
          <a:xfrm>
            <a:off x="1780926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4" name="Shape 444"/>
          <p:cNvSpPr/>
          <p:nvPr/>
        </p:nvSpPr>
        <p:spPr>
          <a:xfrm>
            <a:off x="1780926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5" name="Shape 445"/>
          <p:cNvSpPr/>
          <p:nvPr/>
        </p:nvSpPr>
        <p:spPr>
          <a:xfrm>
            <a:off x="1780926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6" name="Shape 446"/>
          <p:cNvSpPr/>
          <p:nvPr/>
        </p:nvSpPr>
        <p:spPr>
          <a:xfrm>
            <a:off x="1780926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7" name="Shape 447"/>
          <p:cNvSpPr/>
          <p:nvPr/>
        </p:nvSpPr>
        <p:spPr>
          <a:xfrm>
            <a:off x="1780926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8" name="Shape 448"/>
          <p:cNvSpPr/>
          <p:nvPr/>
        </p:nvSpPr>
        <p:spPr>
          <a:xfrm>
            <a:off x="1780926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9" name="Shape 449"/>
          <p:cNvSpPr/>
          <p:nvPr/>
        </p:nvSpPr>
        <p:spPr>
          <a:xfrm>
            <a:off x="1780926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0" name="Shape 450"/>
          <p:cNvSpPr/>
          <p:nvPr/>
        </p:nvSpPr>
        <p:spPr>
          <a:xfrm>
            <a:off x="1780926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1" name="Shape 451"/>
          <p:cNvSpPr/>
          <p:nvPr/>
        </p:nvSpPr>
        <p:spPr>
          <a:xfrm>
            <a:off x="1780926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2" name="Shape 452"/>
          <p:cNvSpPr/>
          <p:nvPr/>
        </p:nvSpPr>
        <p:spPr>
          <a:xfrm>
            <a:off x="1780926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3" name="Shape 453"/>
          <p:cNvSpPr/>
          <p:nvPr/>
        </p:nvSpPr>
        <p:spPr>
          <a:xfrm>
            <a:off x="1796425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4" name="Shape 454"/>
          <p:cNvSpPr/>
          <p:nvPr/>
        </p:nvSpPr>
        <p:spPr>
          <a:xfrm>
            <a:off x="1796425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5" name="Shape 455"/>
          <p:cNvSpPr/>
          <p:nvPr/>
        </p:nvSpPr>
        <p:spPr>
          <a:xfrm>
            <a:off x="1796425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6" name="Shape 456"/>
          <p:cNvSpPr/>
          <p:nvPr/>
        </p:nvSpPr>
        <p:spPr>
          <a:xfrm>
            <a:off x="1796425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7" name="Shape 457"/>
          <p:cNvSpPr/>
          <p:nvPr/>
        </p:nvSpPr>
        <p:spPr>
          <a:xfrm>
            <a:off x="1796425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8" name="Shape 458"/>
          <p:cNvSpPr/>
          <p:nvPr/>
        </p:nvSpPr>
        <p:spPr>
          <a:xfrm>
            <a:off x="1796425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9" name="Shape 459"/>
          <p:cNvSpPr/>
          <p:nvPr/>
        </p:nvSpPr>
        <p:spPr>
          <a:xfrm>
            <a:off x="1796425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0" name="Shape 460"/>
          <p:cNvSpPr/>
          <p:nvPr/>
        </p:nvSpPr>
        <p:spPr>
          <a:xfrm>
            <a:off x="1796425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1" name="Shape 461"/>
          <p:cNvSpPr/>
          <p:nvPr/>
        </p:nvSpPr>
        <p:spPr>
          <a:xfrm>
            <a:off x="1796425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2" name="Shape 462"/>
          <p:cNvSpPr/>
          <p:nvPr/>
        </p:nvSpPr>
        <p:spPr>
          <a:xfrm>
            <a:off x="1796425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3" name="Shape 463"/>
          <p:cNvSpPr/>
          <p:nvPr/>
        </p:nvSpPr>
        <p:spPr>
          <a:xfrm>
            <a:off x="1811924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4" name="Shape 464"/>
          <p:cNvSpPr/>
          <p:nvPr/>
        </p:nvSpPr>
        <p:spPr>
          <a:xfrm>
            <a:off x="1811924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5" name="Shape 465"/>
          <p:cNvSpPr/>
          <p:nvPr/>
        </p:nvSpPr>
        <p:spPr>
          <a:xfrm>
            <a:off x="1811924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6" name="Shape 466"/>
          <p:cNvSpPr/>
          <p:nvPr/>
        </p:nvSpPr>
        <p:spPr>
          <a:xfrm>
            <a:off x="1811924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7" name="Shape 467"/>
          <p:cNvSpPr/>
          <p:nvPr/>
        </p:nvSpPr>
        <p:spPr>
          <a:xfrm>
            <a:off x="1811924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8" name="Shape 468"/>
          <p:cNvSpPr/>
          <p:nvPr/>
        </p:nvSpPr>
        <p:spPr>
          <a:xfrm>
            <a:off x="1811924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9" name="Shape 469"/>
          <p:cNvSpPr/>
          <p:nvPr/>
        </p:nvSpPr>
        <p:spPr>
          <a:xfrm>
            <a:off x="1811924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0" name="Shape 470"/>
          <p:cNvSpPr/>
          <p:nvPr/>
        </p:nvSpPr>
        <p:spPr>
          <a:xfrm>
            <a:off x="1811924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1" name="Shape 471"/>
          <p:cNvSpPr/>
          <p:nvPr/>
        </p:nvSpPr>
        <p:spPr>
          <a:xfrm>
            <a:off x="1811924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2" name="Shape 472"/>
          <p:cNvSpPr/>
          <p:nvPr/>
        </p:nvSpPr>
        <p:spPr>
          <a:xfrm>
            <a:off x="1811924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3" name="Shape 473"/>
          <p:cNvSpPr/>
          <p:nvPr/>
        </p:nvSpPr>
        <p:spPr>
          <a:xfrm>
            <a:off x="1827423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4" name="Shape 474"/>
          <p:cNvSpPr/>
          <p:nvPr/>
        </p:nvSpPr>
        <p:spPr>
          <a:xfrm>
            <a:off x="1827423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5" name="Shape 475"/>
          <p:cNvSpPr/>
          <p:nvPr/>
        </p:nvSpPr>
        <p:spPr>
          <a:xfrm>
            <a:off x="1827423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6" name="Shape 476"/>
          <p:cNvSpPr/>
          <p:nvPr/>
        </p:nvSpPr>
        <p:spPr>
          <a:xfrm>
            <a:off x="1827423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7" name="Shape 477"/>
          <p:cNvSpPr/>
          <p:nvPr/>
        </p:nvSpPr>
        <p:spPr>
          <a:xfrm>
            <a:off x="1827423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8" name="Shape 478"/>
          <p:cNvSpPr/>
          <p:nvPr/>
        </p:nvSpPr>
        <p:spPr>
          <a:xfrm>
            <a:off x="1827423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9" name="Shape 479"/>
          <p:cNvSpPr/>
          <p:nvPr/>
        </p:nvSpPr>
        <p:spPr>
          <a:xfrm>
            <a:off x="1827423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0" name="Shape 480"/>
          <p:cNvSpPr/>
          <p:nvPr/>
        </p:nvSpPr>
        <p:spPr>
          <a:xfrm>
            <a:off x="1827423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1" name="Shape 481"/>
          <p:cNvSpPr/>
          <p:nvPr/>
        </p:nvSpPr>
        <p:spPr>
          <a:xfrm>
            <a:off x="1827423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2" name="Shape 482"/>
          <p:cNvSpPr/>
          <p:nvPr/>
        </p:nvSpPr>
        <p:spPr>
          <a:xfrm>
            <a:off x="1827423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3" name="Shape 483"/>
          <p:cNvSpPr/>
          <p:nvPr/>
        </p:nvSpPr>
        <p:spPr>
          <a:xfrm>
            <a:off x="1842922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4" name="Shape 484"/>
          <p:cNvSpPr/>
          <p:nvPr/>
        </p:nvSpPr>
        <p:spPr>
          <a:xfrm>
            <a:off x="1842922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5" name="Shape 485"/>
          <p:cNvSpPr/>
          <p:nvPr/>
        </p:nvSpPr>
        <p:spPr>
          <a:xfrm>
            <a:off x="1842922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6" name="Shape 486"/>
          <p:cNvSpPr/>
          <p:nvPr/>
        </p:nvSpPr>
        <p:spPr>
          <a:xfrm>
            <a:off x="1842922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7" name="Shape 487"/>
          <p:cNvSpPr/>
          <p:nvPr/>
        </p:nvSpPr>
        <p:spPr>
          <a:xfrm>
            <a:off x="1842922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8" name="Shape 488"/>
          <p:cNvSpPr/>
          <p:nvPr/>
        </p:nvSpPr>
        <p:spPr>
          <a:xfrm>
            <a:off x="1842922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9" name="Shape 489"/>
          <p:cNvSpPr/>
          <p:nvPr/>
        </p:nvSpPr>
        <p:spPr>
          <a:xfrm>
            <a:off x="1842922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0" name="Shape 490"/>
          <p:cNvSpPr/>
          <p:nvPr/>
        </p:nvSpPr>
        <p:spPr>
          <a:xfrm>
            <a:off x="1842922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1" name="Shape 491"/>
          <p:cNvSpPr/>
          <p:nvPr/>
        </p:nvSpPr>
        <p:spPr>
          <a:xfrm>
            <a:off x="1842922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2" name="Shape 492"/>
          <p:cNvSpPr/>
          <p:nvPr/>
        </p:nvSpPr>
        <p:spPr>
          <a:xfrm>
            <a:off x="1842922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3" name="Shape 493"/>
          <p:cNvSpPr/>
          <p:nvPr/>
        </p:nvSpPr>
        <p:spPr>
          <a:xfrm>
            <a:off x="1858422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4" name="Shape 494"/>
          <p:cNvSpPr/>
          <p:nvPr/>
        </p:nvSpPr>
        <p:spPr>
          <a:xfrm>
            <a:off x="1858422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5" name="Shape 495"/>
          <p:cNvSpPr/>
          <p:nvPr/>
        </p:nvSpPr>
        <p:spPr>
          <a:xfrm>
            <a:off x="1858422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6" name="Shape 496"/>
          <p:cNvSpPr/>
          <p:nvPr/>
        </p:nvSpPr>
        <p:spPr>
          <a:xfrm>
            <a:off x="1858422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7" name="Shape 497"/>
          <p:cNvSpPr/>
          <p:nvPr/>
        </p:nvSpPr>
        <p:spPr>
          <a:xfrm>
            <a:off x="1858422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8" name="Shape 498"/>
          <p:cNvSpPr/>
          <p:nvPr/>
        </p:nvSpPr>
        <p:spPr>
          <a:xfrm>
            <a:off x="1858422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9" name="Shape 499"/>
          <p:cNvSpPr/>
          <p:nvPr/>
        </p:nvSpPr>
        <p:spPr>
          <a:xfrm>
            <a:off x="1858422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0" name="Shape 500"/>
          <p:cNvSpPr/>
          <p:nvPr/>
        </p:nvSpPr>
        <p:spPr>
          <a:xfrm>
            <a:off x="1858422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1" name="Shape 501"/>
          <p:cNvSpPr/>
          <p:nvPr/>
        </p:nvSpPr>
        <p:spPr>
          <a:xfrm>
            <a:off x="1858422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2" name="Shape 502"/>
          <p:cNvSpPr/>
          <p:nvPr/>
        </p:nvSpPr>
        <p:spPr>
          <a:xfrm>
            <a:off x="1858422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3" name="Shape 503"/>
          <p:cNvSpPr/>
          <p:nvPr/>
        </p:nvSpPr>
        <p:spPr>
          <a:xfrm>
            <a:off x="1873921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4" name="Shape 504"/>
          <p:cNvSpPr/>
          <p:nvPr/>
        </p:nvSpPr>
        <p:spPr>
          <a:xfrm>
            <a:off x="1873921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5" name="Shape 505"/>
          <p:cNvSpPr/>
          <p:nvPr/>
        </p:nvSpPr>
        <p:spPr>
          <a:xfrm>
            <a:off x="1873921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6" name="Shape 506"/>
          <p:cNvSpPr/>
          <p:nvPr/>
        </p:nvSpPr>
        <p:spPr>
          <a:xfrm>
            <a:off x="1873921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7" name="Shape 507"/>
          <p:cNvSpPr/>
          <p:nvPr/>
        </p:nvSpPr>
        <p:spPr>
          <a:xfrm>
            <a:off x="1873921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8" name="Shape 508"/>
          <p:cNvSpPr/>
          <p:nvPr/>
        </p:nvSpPr>
        <p:spPr>
          <a:xfrm>
            <a:off x="1873921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9" name="Shape 509"/>
          <p:cNvSpPr/>
          <p:nvPr/>
        </p:nvSpPr>
        <p:spPr>
          <a:xfrm>
            <a:off x="1873921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0" name="Shape 510"/>
          <p:cNvSpPr/>
          <p:nvPr/>
        </p:nvSpPr>
        <p:spPr>
          <a:xfrm>
            <a:off x="1873921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1" name="Shape 511"/>
          <p:cNvSpPr/>
          <p:nvPr/>
        </p:nvSpPr>
        <p:spPr>
          <a:xfrm>
            <a:off x="1873921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2" name="Shape 512"/>
          <p:cNvSpPr/>
          <p:nvPr/>
        </p:nvSpPr>
        <p:spPr>
          <a:xfrm>
            <a:off x="1873921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3" name="Shape 513"/>
          <p:cNvSpPr/>
          <p:nvPr/>
        </p:nvSpPr>
        <p:spPr>
          <a:xfrm>
            <a:off x="1889420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4" name="Shape 514"/>
          <p:cNvSpPr/>
          <p:nvPr/>
        </p:nvSpPr>
        <p:spPr>
          <a:xfrm>
            <a:off x="1889420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5" name="Shape 515"/>
          <p:cNvSpPr/>
          <p:nvPr/>
        </p:nvSpPr>
        <p:spPr>
          <a:xfrm>
            <a:off x="1889420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6" name="Shape 516"/>
          <p:cNvSpPr/>
          <p:nvPr/>
        </p:nvSpPr>
        <p:spPr>
          <a:xfrm>
            <a:off x="1889420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7" name="Shape 517"/>
          <p:cNvSpPr/>
          <p:nvPr/>
        </p:nvSpPr>
        <p:spPr>
          <a:xfrm>
            <a:off x="1889420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8" name="Shape 518"/>
          <p:cNvSpPr/>
          <p:nvPr/>
        </p:nvSpPr>
        <p:spPr>
          <a:xfrm>
            <a:off x="1889420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9" name="Shape 519"/>
          <p:cNvSpPr/>
          <p:nvPr/>
        </p:nvSpPr>
        <p:spPr>
          <a:xfrm>
            <a:off x="1889420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0" name="Shape 520"/>
          <p:cNvSpPr/>
          <p:nvPr/>
        </p:nvSpPr>
        <p:spPr>
          <a:xfrm>
            <a:off x="1889420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1" name="Shape 521"/>
          <p:cNvSpPr/>
          <p:nvPr/>
        </p:nvSpPr>
        <p:spPr>
          <a:xfrm>
            <a:off x="1889420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2" name="Shape 522"/>
          <p:cNvSpPr/>
          <p:nvPr/>
        </p:nvSpPr>
        <p:spPr>
          <a:xfrm>
            <a:off x="1889420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3" name="Shape 523"/>
          <p:cNvSpPr/>
          <p:nvPr/>
        </p:nvSpPr>
        <p:spPr>
          <a:xfrm>
            <a:off x="1904919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4" name="Shape 524"/>
          <p:cNvSpPr/>
          <p:nvPr/>
        </p:nvSpPr>
        <p:spPr>
          <a:xfrm>
            <a:off x="1904919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5" name="Shape 525"/>
          <p:cNvSpPr/>
          <p:nvPr/>
        </p:nvSpPr>
        <p:spPr>
          <a:xfrm>
            <a:off x="1904919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6" name="Shape 526"/>
          <p:cNvSpPr/>
          <p:nvPr/>
        </p:nvSpPr>
        <p:spPr>
          <a:xfrm>
            <a:off x="1904919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7" name="Shape 527"/>
          <p:cNvSpPr/>
          <p:nvPr/>
        </p:nvSpPr>
        <p:spPr>
          <a:xfrm>
            <a:off x="1904919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8" name="Shape 528"/>
          <p:cNvSpPr/>
          <p:nvPr/>
        </p:nvSpPr>
        <p:spPr>
          <a:xfrm>
            <a:off x="1904919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9" name="Shape 529"/>
          <p:cNvSpPr/>
          <p:nvPr/>
        </p:nvSpPr>
        <p:spPr>
          <a:xfrm>
            <a:off x="1904919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0" name="Shape 530"/>
          <p:cNvSpPr/>
          <p:nvPr/>
        </p:nvSpPr>
        <p:spPr>
          <a:xfrm>
            <a:off x="1904919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1" name="Shape 531"/>
          <p:cNvSpPr/>
          <p:nvPr/>
        </p:nvSpPr>
        <p:spPr>
          <a:xfrm>
            <a:off x="1904919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2" name="Shape 532"/>
          <p:cNvSpPr/>
          <p:nvPr/>
        </p:nvSpPr>
        <p:spPr>
          <a:xfrm>
            <a:off x="1904919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3" name="Shape 533"/>
          <p:cNvSpPr/>
          <p:nvPr/>
        </p:nvSpPr>
        <p:spPr>
          <a:xfrm>
            <a:off x="1920418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4" name="Shape 534"/>
          <p:cNvSpPr/>
          <p:nvPr/>
        </p:nvSpPr>
        <p:spPr>
          <a:xfrm>
            <a:off x="1920418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5" name="Shape 535"/>
          <p:cNvSpPr/>
          <p:nvPr/>
        </p:nvSpPr>
        <p:spPr>
          <a:xfrm>
            <a:off x="1920418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6" name="Shape 536"/>
          <p:cNvSpPr/>
          <p:nvPr/>
        </p:nvSpPr>
        <p:spPr>
          <a:xfrm>
            <a:off x="1920418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7" name="Shape 537"/>
          <p:cNvSpPr/>
          <p:nvPr/>
        </p:nvSpPr>
        <p:spPr>
          <a:xfrm>
            <a:off x="1920418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8" name="Shape 538"/>
          <p:cNvSpPr/>
          <p:nvPr/>
        </p:nvSpPr>
        <p:spPr>
          <a:xfrm>
            <a:off x="1920418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9" name="Shape 539"/>
          <p:cNvSpPr/>
          <p:nvPr/>
        </p:nvSpPr>
        <p:spPr>
          <a:xfrm>
            <a:off x="1920418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0" name="Shape 540"/>
          <p:cNvSpPr/>
          <p:nvPr/>
        </p:nvSpPr>
        <p:spPr>
          <a:xfrm>
            <a:off x="1920418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1" name="Shape 541"/>
          <p:cNvSpPr/>
          <p:nvPr/>
        </p:nvSpPr>
        <p:spPr>
          <a:xfrm>
            <a:off x="1920418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2" name="Shape 542"/>
          <p:cNvSpPr/>
          <p:nvPr/>
        </p:nvSpPr>
        <p:spPr>
          <a:xfrm>
            <a:off x="1920418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3" name="Shape 543"/>
          <p:cNvSpPr/>
          <p:nvPr/>
        </p:nvSpPr>
        <p:spPr>
          <a:xfrm>
            <a:off x="1935917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4" name="Shape 544"/>
          <p:cNvSpPr/>
          <p:nvPr/>
        </p:nvSpPr>
        <p:spPr>
          <a:xfrm>
            <a:off x="1935917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5" name="Shape 545"/>
          <p:cNvSpPr/>
          <p:nvPr/>
        </p:nvSpPr>
        <p:spPr>
          <a:xfrm>
            <a:off x="1935917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6" name="Shape 546"/>
          <p:cNvSpPr/>
          <p:nvPr/>
        </p:nvSpPr>
        <p:spPr>
          <a:xfrm>
            <a:off x="1935917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7" name="Shape 547"/>
          <p:cNvSpPr/>
          <p:nvPr/>
        </p:nvSpPr>
        <p:spPr>
          <a:xfrm>
            <a:off x="1935917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8" name="Shape 548"/>
          <p:cNvSpPr/>
          <p:nvPr/>
        </p:nvSpPr>
        <p:spPr>
          <a:xfrm>
            <a:off x="1935917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9" name="Shape 549"/>
          <p:cNvSpPr/>
          <p:nvPr/>
        </p:nvSpPr>
        <p:spPr>
          <a:xfrm>
            <a:off x="1935917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0" name="Shape 550"/>
          <p:cNvSpPr/>
          <p:nvPr/>
        </p:nvSpPr>
        <p:spPr>
          <a:xfrm>
            <a:off x="1935917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1" name="Shape 551"/>
          <p:cNvSpPr/>
          <p:nvPr/>
        </p:nvSpPr>
        <p:spPr>
          <a:xfrm>
            <a:off x="1935917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2" name="Shape 552"/>
          <p:cNvSpPr/>
          <p:nvPr/>
        </p:nvSpPr>
        <p:spPr>
          <a:xfrm>
            <a:off x="1935917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3" name="Shape 553"/>
          <p:cNvSpPr/>
          <p:nvPr/>
        </p:nvSpPr>
        <p:spPr>
          <a:xfrm>
            <a:off x="1951416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4" name="Shape 554"/>
          <p:cNvSpPr/>
          <p:nvPr/>
        </p:nvSpPr>
        <p:spPr>
          <a:xfrm>
            <a:off x="1951416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5" name="Shape 555"/>
          <p:cNvSpPr/>
          <p:nvPr/>
        </p:nvSpPr>
        <p:spPr>
          <a:xfrm>
            <a:off x="1951416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6" name="Shape 556"/>
          <p:cNvSpPr/>
          <p:nvPr/>
        </p:nvSpPr>
        <p:spPr>
          <a:xfrm>
            <a:off x="1951416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7" name="Shape 557"/>
          <p:cNvSpPr/>
          <p:nvPr/>
        </p:nvSpPr>
        <p:spPr>
          <a:xfrm>
            <a:off x="1951416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8" name="Shape 558"/>
          <p:cNvSpPr/>
          <p:nvPr/>
        </p:nvSpPr>
        <p:spPr>
          <a:xfrm>
            <a:off x="1951416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9" name="Shape 559"/>
          <p:cNvSpPr/>
          <p:nvPr/>
        </p:nvSpPr>
        <p:spPr>
          <a:xfrm>
            <a:off x="1951416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0" name="Shape 560"/>
          <p:cNvSpPr/>
          <p:nvPr/>
        </p:nvSpPr>
        <p:spPr>
          <a:xfrm>
            <a:off x="1951416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1" name="Shape 561"/>
          <p:cNvSpPr/>
          <p:nvPr/>
        </p:nvSpPr>
        <p:spPr>
          <a:xfrm>
            <a:off x="1951416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2" name="Shape 562"/>
          <p:cNvSpPr/>
          <p:nvPr/>
        </p:nvSpPr>
        <p:spPr>
          <a:xfrm>
            <a:off x="1951416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3" name="Shape 563"/>
          <p:cNvSpPr/>
          <p:nvPr/>
        </p:nvSpPr>
        <p:spPr>
          <a:xfrm>
            <a:off x="1966915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4" name="Shape 564"/>
          <p:cNvSpPr/>
          <p:nvPr/>
        </p:nvSpPr>
        <p:spPr>
          <a:xfrm>
            <a:off x="1966915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5" name="Shape 565"/>
          <p:cNvSpPr/>
          <p:nvPr/>
        </p:nvSpPr>
        <p:spPr>
          <a:xfrm>
            <a:off x="1966915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6" name="Shape 566"/>
          <p:cNvSpPr/>
          <p:nvPr/>
        </p:nvSpPr>
        <p:spPr>
          <a:xfrm>
            <a:off x="1966915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7" name="Shape 567"/>
          <p:cNvSpPr/>
          <p:nvPr/>
        </p:nvSpPr>
        <p:spPr>
          <a:xfrm>
            <a:off x="1966915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8" name="Shape 568"/>
          <p:cNvSpPr/>
          <p:nvPr/>
        </p:nvSpPr>
        <p:spPr>
          <a:xfrm>
            <a:off x="1966915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9" name="Shape 569"/>
          <p:cNvSpPr/>
          <p:nvPr/>
        </p:nvSpPr>
        <p:spPr>
          <a:xfrm>
            <a:off x="1966915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0" name="Shape 570"/>
          <p:cNvSpPr/>
          <p:nvPr/>
        </p:nvSpPr>
        <p:spPr>
          <a:xfrm>
            <a:off x="1966915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1" name="Shape 571"/>
          <p:cNvSpPr/>
          <p:nvPr/>
        </p:nvSpPr>
        <p:spPr>
          <a:xfrm>
            <a:off x="1966915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2" name="Shape 572"/>
          <p:cNvSpPr/>
          <p:nvPr/>
        </p:nvSpPr>
        <p:spPr>
          <a:xfrm>
            <a:off x="1966915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3" name="Shape 573"/>
          <p:cNvSpPr/>
          <p:nvPr/>
        </p:nvSpPr>
        <p:spPr>
          <a:xfrm>
            <a:off x="1982414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4" name="Shape 574"/>
          <p:cNvSpPr/>
          <p:nvPr/>
        </p:nvSpPr>
        <p:spPr>
          <a:xfrm>
            <a:off x="1982414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5" name="Shape 575"/>
          <p:cNvSpPr/>
          <p:nvPr/>
        </p:nvSpPr>
        <p:spPr>
          <a:xfrm>
            <a:off x="1982414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6" name="Shape 576"/>
          <p:cNvSpPr/>
          <p:nvPr/>
        </p:nvSpPr>
        <p:spPr>
          <a:xfrm>
            <a:off x="1982414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7" name="Shape 577"/>
          <p:cNvSpPr/>
          <p:nvPr/>
        </p:nvSpPr>
        <p:spPr>
          <a:xfrm>
            <a:off x="1982414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8" name="Shape 578"/>
          <p:cNvSpPr/>
          <p:nvPr/>
        </p:nvSpPr>
        <p:spPr>
          <a:xfrm>
            <a:off x="1982414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9" name="Shape 579"/>
          <p:cNvSpPr/>
          <p:nvPr/>
        </p:nvSpPr>
        <p:spPr>
          <a:xfrm>
            <a:off x="1982414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0" name="Shape 580"/>
          <p:cNvSpPr/>
          <p:nvPr/>
        </p:nvSpPr>
        <p:spPr>
          <a:xfrm>
            <a:off x="1982414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1" name="Shape 581"/>
          <p:cNvSpPr/>
          <p:nvPr/>
        </p:nvSpPr>
        <p:spPr>
          <a:xfrm>
            <a:off x="1982414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2" name="Shape 582"/>
          <p:cNvSpPr/>
          <p:nvPr/>
        </p:nvSpPr>
        <p:spPr>
          <a:xfrm>
            <a:off x="1982414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3" name="Shape 583"/>
          <p:cNvSpPr/>
          <p:nvPr/>
        </p:nvSpPr>
        <p:spPr>
          <a:xfrm>
            <a:off x="1997913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4" name="Shape 584"/>
          <p:cNvSpPr/>
          <p:nvPr/>
        </p:nvSpPr>
        <p:spPr>
          <a:xfrm>
            <a:off x="1997913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5" name="Shape 585"/>
          <p:cNvSpPr/>
          <p:nvPr/>
        </p:nvSpPr>
        <p:spPr>
          <a:xfrm>
            <a:off x="1997913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6" name="Shape 586"/>
          <p:cNvSpPr/>
          <p:nvPr/>
        </p:nvSpPr>
        <p:spPr>
          <a:xfrm>
            <a:off x="1997913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7" name="Shape 587"/>
          <p:cNvSpPr/>
          <p:nvPr/>
        </p:nvSpPr>
        <p:spPr>
          <a:xfrm>
            <a:off x="1997913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8" name="Shape 588"/>
          <p:cNvSpPr/>
          <p:nvPr/>
        </p:nvSpPr>
        <p:spPr>
          <a:xfrm>
            <a:off x="1997913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9" name="Shape 589"/>
          <p:cNvSpPr/>
          <p:nvPr/>
        </p:nvSpPr>
        <p:spPr>
          <a:xfrm>
            <a:off x="1997913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0" name="Shape 590"/>
          <p:cNvSpPr/>
          <p:nvPr/>
        </p:nvSpPr>
        <p:spPr>
          <a:xfrm>
            <a:off x="1997913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1" name="Shape 591"/>
          <p:cNvSpPr/>
          <p:nvPr/>
        </p:nvSpPr>
        <p:spPr>
          <a:xfrm>
            <a:off x="1997913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2" name="Shape 592"/>
          <p:cNvSpPr/>
          <p:nvPr/>
        </p:nvSpPr>
        <p:spPr>
          <a:xfrm>
            <a:off x="1997913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3" name="Shape 593"/>
          <p:cNvSpPr/>
          <p:nvPr/>
        </p:nvSpPr>
        <p:spPr>
          <a:xfrm>
            <a:off x="2013412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4" name="Shape 594"/>
          <p:cNvSpPr/>
          <p:nvPr/>
        </p:nvSpPr>
        <p:spPr>
          <a:xfrm>
            <a:off x="2013412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5" name="Shape 595"/>
          <p:cNvSpPr/>
          <p:nvPr/>
        </p:nvSpPr>
        <p:spPr>
          <a:xfrm>
            <a:off x="2013412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6" name="Shape 596"/>
          <p:cNvSpPr/>
          <p:nvPr/>
        </p:nvSpPr>
        <p:spPr>
          <a:xfrm>
            <a:off x="2013412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7" name="Shape 597"/>
          <p:cNvSpPr/>
          <p:nvPr/>
        </p:nvSpPr>
        <p:spPr>
          <a:xfrm>
            <a:off x="2013412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8" name="Shape 598"/>
          <p:cNvSpPr/>
          <p:nvPr/>
        </p:nvSpPr>
        <p:spPr>
          <a:xfrm>
            <a:off x="2013412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9" name="Shape 599"/>
          <p:cNvSpPr/>
          <p:nvPr/>
        </p:nvSpPr>
        <p:spPr>
          <a:xfrm>
            <a:off x="2013412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0" name="Shape 600"/>
          <p:cNvSpPr/>
          <p:nvPr/>
        </p:nvSpPr>
        <p:spPr>
          <a:xfrm>
            <a:off x="2013412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1" name="Shape 601"/>
          <p:cNvSpPr/>
          <p:nvPr/>
        </p:nvSpPr>
        <p:spPr>
          <a:xfrm>
            <a:off x="2013412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2" name="Shape 602"/>
          <p:cNvSpPr/>
          <p:nvPr/>
        </p:nvSpPr>
        <p:spPr>
          <a:xfrm>
            <a:off x="2013412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3" name="Shape 603"/>
          <p:cNvSpPr/>
          <p:nvPr/>
        </p:nvSpPr>
        <p:spPr>
          <a:xfrm>
            <a:off x="2028911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4" name="Shape 604"/>
          <p:cNvSpPr/>
          <p:nvPr/>
        </p:nvSpPr>
        <p:spPr>
          <a:xfrm>
            <a:off x="2028911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5" name="Shape 605"/>
          <p:cNvSpPr/>
          <p:nvPr/>
        </p:nvSpPr>
        <p:spPr>
          <a:xfrm>
            <a:off x="2028911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6" name="Shape 606"/>
          <p:cNvSpPr/>
          <p:nvPr/>
        </p:nvSpPr>
        <p:spPr>
          <a:xfrm>
            <a:off x="2028911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7" name="Shape 607"/>
          <p:cNvSpPr/>
          <p:nvPr/>
        </p:nvSpPr>
        <p:spPr>
          <a:xfrm>
            <a:off x="2028911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8" name="Shape 608"/>
          <p:cNvSpPr/>
          <p:nvPr/>
        </p:nvSpPr>
        <p:spPr>
          <a:xfrm>
            <a:off x="2028911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39" name="Shape 609"/>
          <p:cNvSpPr/>
          <p:nvPr/>
        </p:nvSpPr>
        <p:spPr>
          <a:xfrm>
            <a:off x="2028911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0" name="Shape 610"/>
          <p:cNvSpPr/>
          <p:nvPr/>
        </p:nvSpPr>
        <p:spPr>
          <a:xfrm>
            <a:off x="2028911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1" name="Shape 611"/>
          <p:cNvSpPr/>
          <p:nvPr/>
        </p:nvSpPr>
        <p:spPr>
          <a:xfrm>
            <a:off x="2028911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2" name="Shape 612"/>
          <p:cNvSpPr/>
          <p:nvPr/>
        </p:nvSpPr>
        <p:spPr>
          <a:xfrm>
            <a:off x="2028911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3" name="Shape 613"/>
          <p:cNvSpPr/>
          <p:nvPr/>
        </p:nvSpPr>
        <p:spPr>
          <a:xfrm>
            <a:off x="2044410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4" name="Shape 614"/>
          <p:cNvSpPr/>
          <p:nvPr/>
        </p:nvSpPr>
        <p:spPr>
          <a:xfrm>
            <a:off x="2044410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5" name="Shape 615"/>
          <p:cNvSpPr/>
          <p:nvPr/>
        </p:nvSpPr>
        <p:spPr>
          <a:xfrm>
            <a:off x="2044410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6" name="Shape 616"/>
          <p:cNvSpPr/>
          <p:nvPr/>
        </p:nvSpPr>
        <p:spPr>
          <a:xfrm>
            <a:off x="2044410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7" name="Shape 617"/>
          <p:cNvSpPr/>
          <p:nvPr/>
        </p:nvSpPr>
        <p:spPr>
          <a:xfrm>
            <a:off x="2044410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8" name="Shape 618"/>
          <p:cNvSpPr/>
          <p:nvPr/>
        </p:nvSpPr>
        <p:spPr>
          <a:xfrm>
            <a:off x="2044410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9" name="Shape 619"/>
          <p:cNvSpPr/>
          <p:nvPr/>
        </p:nvSpPr>
        <p:spPr>
          <a:xfrm>
            <a:off x="2044410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0" name="Shape 620"/>
          <p:cNvSpPr/>
          <p:nvPr/>
        </p:nvSpPr>
        <p:spPr>
          <a:xfrm>
            <a:off x="2044410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1" name="Shape 621"/>
          <p:cNvSpPr/>
          <p:nvPr/>
        </p:nvSpPr>
        <p:spPr>
          <a:xfrm>
            <a:off x="2044410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2" name="Shape 622"/>
          <p:cNvSpPr/>
          <p:nvPr/>
        </p:nvSpPr>
        <p:spPr>
          <a:xfrm>
            <a:off x="2044410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3" name="Shape 623"/>
          <p:cNvSpPr/>
          <p:nvPr/>
        </p:nvSpPr>
        <p:spPr>
          <a:xfrm>
            <a:off x="2059910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4" name="Shape 624"/>
          <p:cNvSpPr/>
          <p:nvPr/>
        </p:nvSpPr>
        <p:spPr>
          <a:xfrm>
            <a:off x="2059910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5" name="Shape 625"/>
          <p:cNvSpPr/>
          <p:nvPr/>
        </p:nvSpPr>
        <p:spPr>
          <a:xfrm>
            <a:off x="2059910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6" name="Shape 626"/>
          <p:cNvSpPr/>
          <p:nvPr/>
        </p:nvSpPr>
        <p:spPr>
          <a:xfrm>
            <a:off x="2059910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7" name="Shape 627"/>
          <p:cNvSpPr/>
          <p:nvPr/>
        </p:nvSpPr>
        <p:spPr>
          <a:xfrm>
            <a:off x="2059910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8" name="Shape 628"/>
          <p:cNvSpPr/>
          <p:nvPr/>
        </p:nvSpPr>
        <p:spPr>
          <a:xfrm>
            <a:off x="2059910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9" name="Shape 629"/>
          <p:cNvSpPr/>
          <p:nvPr/>
        </p:nvSpPr>
        <p:spPr>
          <a:xfrm>
            <a:off x="2059910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0" name="Shape 630"/>
          <p:cNvSpPr/>
          <p:nvPr/>
        </p:nvSpPr>
        <p:spPr>
          <a:xfrm>
            <a:off x="2059910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1" name="Shape 631"/>
          <p:cNvSpPr/>
          <p:nvPr/>
        </p:nvSpPr>
        <p:spPr>
          <a:xfrm>
            <a:off x="2059910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2" name="Shape 632"/>
          <p:cNvSpPr/>
          <p:nvPr/>
        </p:nvSpPr>
        <p:spPr>
          <a:xfrm>
            <a:off x="2059910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3" name="Shape 633"/>
          <p:cNvSpPr/>
          <p:nvPr/>
        </p:nvSpPr>
        <p:spPr>
          <a:xfrm>
            <a:off x="2075409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4" name="Shape 634"/>
          <p:cNvSpPr/>
          <p:nvPr/>
        </p:nvSpPr>
        <p:spPr>
          <a:xfrm>
            <a:off x="2075409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5" name="Shape 635"/>
          <p:cNvSpPr/>
          <p:nvPr/>
        </p:nvSpPr>
        <p:spPr>
          <a:xfrm>
            <a:off x="2075409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6" name="Shape 636"/>
          <p:cNvSpPr/>
          <p:nvPr/>
        </p:nvSpPr>
        <p:spPr>
          <a:xfrm>
            <a:off x="2075409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7" name="Shape 637"/>
          <p:cNvSpPr/>
          <p:nvPr/>
        </p:nvSpPr>
        <p:spPr>
          <a:xfrm>
            <a:off x="2075409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8" name="Shape 638"/>
          <p:cNvSpPr/>
          <p:nvPr/>
        </p:nvSpPr>
        <p:spPr>
          <a:xfrm>
            <a:off x="2075409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9" name="Shape 639"/>
          <p:cNvSpPr/>
          <p:nvPr/>
        </p:nvSpPr>
        <p:spPr>
          <a:xfrm>
            <a:off x="2075409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0" name="Shape 640"/>
          <p:cNvSpPr/>
          <p:nvPr/>
        </p:nvSpPr>
        <p:spPr>
          <a:xfrm>
            <a:off x="2075409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1" name="Shape 641"/>
          <p:cNvSpPr/>
          <p:nvPr/>
        </p:nvSpPr>
        <p:spPr>
          <a:xfrm>
            <a:off x="2075409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2" name="Shape 642"/>
          <p:cNvSpPr/>
          <p:nvPr/>
        </p:nvSpPr>
        <p:spPr>
          <a:xfrm>
            <a:off x="2075409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3" name="Shape 643"/>
          <p:cNvSpPr/>
          <p:nvPr/>
        </p:nvSpPr>
        <p:spPr>
          <a:xfrm>
            <a:off x="2090908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4" name="Shape 644"/>
          <p:cNvSpPr/>
          <p:nvPr/>
        </p:nvSpPr>
        <p:spPr>
          <a:xfrm>
            <a:off x="2090908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5" name="Shape 645"/>
          <p:cNvSpPr/>
          <p:nvPr/>
        </p:nvSpPr>
        <p:spPr>
          <a:xfrm>
            <a:off x="2090908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6" name="Shape 646"/>
          <p:cNvSpPr/>
          <p:nvPr/>
        </p:nvSpPr>
        <p:spPr>
          <a:xfrm>
            <a:off x="2090908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7" name="Shape 647"/>
          <p:cNvSpPr/>
          <p:nvPr/>
        </p:nvSpPr>
        <p:spPr>
          <a:xfrm>
            <a:off x="2090908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8" name="Shape 648"/>
          <p:cNvSpPr/>
          <p:nvPr/>
        </p:nvSpPr>
        <p:spPr>
          <a:xfrm>
            <a:off x="2090908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9" name="Shape 649"/>
          <p:cNvSpPr/>
          <p:nvPr/>
        </p:nvSpPr>
        <p:spPr>
          <a:xfrm>
            <a:off x="2090908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0" name="Shape 650"/>
          <p:cNvSpPr/>
          <p:nvPr/>
        </p:nvSpPr>
        <p:spPr>
          <a:xfrm>
            <a:off x="2090908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1" name="Shape 651"/>
          <p:cNvSpPr/>
          <p:nvPr/>
        </p:nvSpPr>
        <p:spPr>
          <a:xfrm>
            <a:off x="2090908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2" name="Shape 652"/>
          <p:cNvSpPr/>
          <p:nvPr/>
        </p:nvSpPr>
        <p:spPr>
          <a:xfrm>
            <a:off x="2090908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3" name="Shape 653"/>
          <p:cNvSpPr/>
          <p:nvPr/>
        </p:nvSpPr>
        <p:spPr>
          <a:xfrm>
            <a:off x="2106407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4" name="Shape 654"/>
          <p:cNvSpPr/>
          <p:nvPr/>
        </p:nvSpPr>
        <p:spPr>
          <a:xfrm>
            <a:off x="2106407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5" name="Shape 655"/>
          <p:cNvSpPr/>
          <p:nvPr/>
        </p:nvSpPr>
        <p:spPr>
          <a:xfrm>
            <a:off x="2106407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6" name="Shape 656"/>
          <p:cNvSpPr/>
          <p:nvPr/>
        </p:nvSpPr>
        <p:spPr>
          <a:xfrm>
            <a:off x="2106407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7" name="Shape 657"/>
          <p:cNvSpPr/>
          <p:nvPr/>
        </p:nvSpPr>
        <p:spPr>
          <a:xfrm>
            <a:off x="2106407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8" name="Shape 658"/>
          <p:cNvSpPr/>
          <p:nvPr/>
        </p:nvSpPr>
        <p:spPr>
          <a:xfrm>
            <a:off x="2106407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9" name="Shape 659"/>
          <p:cNvSpPr/>
          <p:nvPr/>
        </p:nvSpPr>
        <p:spPr>
          <a:xfrm>
            <a:off x="2106407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0" name="Shape 660"/>
          <p:cNvSpPr/>
          <p:nvPr/>
        </p:nvSpPr>
        <p:spPr>
          <a:xfrm>
            <a:off x="2106407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1" name="Shape 661"/>
          <p:cNvSpPr/>
          <p:nvPr/>
        </p:nvSpPr>
        <p:spPr>
          <a:xfrm>
            <a:off x="2106407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2" name="Shape 662"/>
          <p:cNvSpPr/>
          <p:nvPr/>
        </p:nvSpPr>
        <p:spPr>
          <a:xfrm>
            <a:off x="2106407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3" name="Shape 663"/>
          <p:cNvSpPr/>
          <p:nvPr/>
        </p:nvSpPr>
        <p:spPr>
          <a:xfrm>
            <a:off x="2121906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4" name="Shape 664"/>
          <p:cNvSpPr/>
          <p:nvPr/>
        </p:nvSpPr>
        <p:spPr>
          <a:xfrm>
            <a:off x="2121906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5" name="Shape 665"/>
          <p:cNvSpPr/>
          <p:nvPr/>
        </p:nvSpPr>
        <p:spPr>
          <a:xfrm>
            <a:off x="2121906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6" name="Shape 666"/>
          <p:cNvSpPr/>
          <p:nvPr/>
        </p:nvSpPr>
        <p:spPr>
          <a:xfrm>
            <a:off x="2121906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7" name="Shape 667"/>
          <p:cNvSpPr/>
          <p:nvPr/>
        </p:nvSpPr>
        <p:spPr>
          <a:xfrm>
            <a:off x="2121906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8" name="Shape 668"/>
          <p:cNvSpPr/>
          <p:nvPr/>
        </p:nvSpPr>
        <p:spPr>
          <a:xfrm>
            <a:off x="2121906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9" name="Shape 669"/>
          <p:cNvSpPr/>
          <p:nvPr/>
        </p:nvSpPr>
        <p:spPr>
          <a:xfrm>
            <a:off x="2121906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0" name="Shape 670"/>
          <p:cNvSpPr/>
          <p:nvPr/>
        </p:nvSpPr>
        <p:spPr>
          <a:xfrm>
            <a:off x="2121906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1" name="Shape 671"/>
          <p:cNvSpPr/>
          <p:nvPr/>
        </p:nvSpPr>
        <p:spPr>
          <a:xfrm>
            <a:off x="2121906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2" name="Shape 672"/>
          <p:cNvSpPr/>
          <p:nvPr/>
        </p:nvSpPr>
        <p:spPr>
          <a:xfrm>
            <a:off x="2121906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3" name="Shape 673"/>
          <p:cNvSpPr/>
          <p:nvPr/>
        </p:nvSpPr>
        <p:spPr>
          <a:xfrm>
            <a:off x="2137405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4" name="Shape 674"/>
          <p:cNvSpPr/>
          <p:nvPr/>
        </p:nvSpPr>
        <p:spPr>
          <a:xfrm>
            <a:off x="2137405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5" name="Shape 675"/>
          <p:cNvSpPr/>
          <p:nvPr/>
        </p:nvSpPr>
        <p:spPr>
          <a:xfrm>
            <a:off x="2137405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6" name="Shape 676"/>
          <p:cNvSpPr/>
          <p:nvPr/>
        </p:nvSpPr>
        <p:spPr>
          <a:xfrm>
            <a:off x="2137405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7" name="Shape 677"/>
          <p:cNvSpPr/>
          <p:nvPr/>
        </p:nvSpPr>
        <p:spPr>
          <a:xfrm>
            <a:off x="2137405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8" name="Shape 678"/>
          <p:cNvSpPr/>
          <p:nvPr/>
        </p:nvSpPr>
        <p:spPr>
          <a:xfrm>
            <a:off x="2137405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9" name="Shape 679"/>
          <p:cNvSpPr/>
          <p:nvPr/>
        </p:nvSpPr>
        <p:spPr>
          <a:xfrm>
            <a:off x="2137405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0" name="Shape 680"/>
          <p:cNvSpPr/>
          <p:nvPr/>
        </p:nvSpPr>
        <p:spPr>
          <a:xfrm>
            <a:off x="2137405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1" name="Shape 681"/>
          <p:cNvSpPr/>
          <p:nvPr/>
        </p:nvSpPr>
        <p:spPr>
          <a:xfrm>
            <a:off x="2137405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2" name="Shape 682"/>
          <p:cNvSpPr/>
          <p:nvPr/>
        </p:nvSpPr>
        <p:spPr>
          <a:xfrm>
            <a:off x="2137405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3" name="Shape 683"/>
          <p:cNvSpPr/>
          <p:nvPr/>
        </p:nvSpPr>
        <p:spPr>
          <a:xfrm>
            <a:off x="2152904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4" name="Shape 684"/>
          <p:cNvSpPr/>
          <p:nvPr/>
        </p:nvSpPr>
        <p:spPr>
          <a:xfrm>
            <a:off x="2152904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5" name="Shape 685"/>
          <p:cNvSpPr/>
          <p:nvPr/>
        </p:nvSpPr>
        <p:spPr>
          <a:xfrm>
            <a:off x="2152904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6" name="Shape 686"/>
          <p:cNvSpPr/>
          <p:nvPr/>
        </p:nvSpPr>
        <p:spPr>
          <a:xfrm>
            <a:off x="2152904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7" name="Shape 687"/>
          <p:cNvSpPr/>
          <p:nvPr/>
        </p:nvSpPr>
        <p:spPr>
          <a:xfrm>
            <a:off x="2152904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8" name="Shape 688"/>
          <p:cNvSpPr/>
          <p:nvPr/>
        </p:nvSpPr>
        <p:spPr>
          <a:xfrm>
            <a:off x="2152904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9" name="Shape 689"/>
          <p:cNvSpPr/>
          <p:nvPr/>
        </p:nvSpPr>
        <p:spPr>
          <a:xfrm>
            <a:off x="2152904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0" name="Shape 690"/>
          <p:cNvSpPr/>
          <p:nvPr/>
        </p:nvSpPr>
        <p:spPr>
          <a:xfrm>
            <a:off x="2152904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1" name="Shape 691"/>
          <p:cNvSpPr/>
          <p:nvPr/>
        </p:nvSpPr>
        <p:spPr>
          <a:xfrm>
            <a:off x="2152904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2" name="Shape 692"/>
          <p:cNvSpPr/>
          <p:nvPr/>
        </p:nvSpPr>
        <p:spPr>
          <a:xfrm>
            <a:off x="2152904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3" name="Shape 693"/>
          <p:cNvSpPr/>
          <p:nvPr/>
        </p:nvSpPr>
        <p:spPr>
          <a:xfrm>
            <a:off x="2168403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4" name="Shape 694"/>
          <p:cNvSpPr/>
          <p:nvPr/>
        </p:nvSpPr>
        <p:spPr>
          <a:xfrm>
            <a:off x="2168403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5" name="Shape 695"/>
          <p:cNvSpPr/>
          <p:nvPr/>
        </p:nvSpPr>
        <p:spPr>
          <a:xfrm>
            <a:off x="2168403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6" name="Shape 696"/>
          <p:cNvSpPr/>
          <p:nvPr/>
        </p:nvSpPr>
        <p:spPr>
          <a:xfrm>
            <a:off x="2168403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7" name="Shape 697"/>
          <p:cNvSpPr/>
          <p:nvPr/>
        </p:nvSpPr>
        <p:spPr>
          <a:xfrm>
            <a:off x="2168403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8" name="Shape 698"/>
          <p:cNvSpPr/>
          <p:nvPr/>
        </p:nvSpPr>
        <p:spPr>
          <a:xfrm>
            <a:off x="2168403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9" name="Shape 699"/>
          <p:cNvSpPr/>
          <p:nvPr/>
        </p:nvSpPr>
        <p:spPr>
          <a:xfrm>
            <a:off x="2168403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0" name="Shape 700"/>
          <p:cNvSpPr/>
          <p:nvPr/>
        </p:nvSpPr>
        <p:spPr>
          <a:xfrm>
            <a:off x="2168403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1" name="Shape 701"/>
          <p:cNvSpPr/>
          <p:nvPr/>
        </p:nvSpPr>
        <p:spPr>
          <a:xfrm>
            <a:off x="2168403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2" name="Shape 702"/>
          <p:cNvSpPr/>
          <p:nvPr/>
        </p:nvSpPr>
        <p:spPr>
          <a:xfrm>
            <a:off x="2168403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3" name="Shape 703"/>
          <p:cNvSpPr/>
          <p:nvPr/>
        </p:nvSpPr>
        <p:spPr>
          <a:xfrm>
            <a:off x="2183902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4" name="Shape 704"/>
          <p:cNvSpPr/>
          <p:nvPr/>
        </p:nvSpPr>
        <p:spPr>
          <a:xfrm>
            <a:off x="2183902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5" name="Shape 705"/>
          <p:cNvSpPr/>
          <p:nvPr/>
        </p:nvSpPr>
        <p:spPr>
          <a:xfrm>
            <a:off x="2183902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6" name="Shape 706"/>
          <p:cNvSpPr/>
          <p:nvPr/>
        </p:nvSpPr>
        <p:spPr>
          <a:xfrm>
            <a:off x="2183902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7" name="Shape 707"/>
          <p:cNvSpPr/>
          <p:nvPr/>
        </p:nvSpPr>
        <p:spPr>
          <a:xfrm>
            <a:off x="2183902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8" name="Shape 708"/>
          <p:cNvSpPr/>
          <p:nvPr/>
        </p:nvSpPr>
        <p:spPr>
          <a:xfrm>
            <a:off x="2183902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9" name="Shape 709"/>
          <p:cNvSpPr/>
          <p:nvPr/>
        </p:nvSpPr>
        <p:spPr>
          <a:xfrm>
            <a:off x="2183902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0" name="Shape 710"/>
          <p:cNvSpPr/>
          <p:nvPr/>
        </p:nvSpPr>
        <p:spPr>
          <a:xfrm>
            <a:off x="2183902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1" name="Shape 711"/>
          <p:cNvSpPr/>
          <p:nvPr/>
        </p:nvSpPr>
        <p:spPr>
          <a:xfrm>
            <a:off x="2183902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2" name="Shape 712"/>
          <p:cNvSpPr/>
          <p:nvPr/>
        </p:nvSpPr>
        <p:spPr>
          <a:xfrm>
            <a:off x="2183902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3" name="Shape 713"/>
          <p:cNvSpPr/>
          <p:nvPr/>
        </p:nvSpPr>
        <p:spPr>
          <a:xfrm>
            <a:off x="2199401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4" name="Shape 714"/>
          <p:cNvSpPr/>
          <p:nvPr/>
        </p:nvSpPr>
        <p:spPr>
          <a:xfrm>
            <a:off x="2199401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5" name="Shape 715"/>
          <p:cNvSpPr/>
          <p:nvPr/>
        </p:nvSpPr>
        <p:spPr>
          <a:xfrm>
            <a:off x="2199401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6" name="Shape 716"/>
          <p:cNvSpPr/>
          <p:nvPr/>
        </p:nvSpPr>
        <p:spPr>
          <a:xfrm>
            <a:off x="2199401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7" name="Shape 717"/>
          <p:cNvSpPr/>
          <p:nvPr/>
        </p:nvSpPr>
        <p:spPr>
          <a:xfrm>
            <a:off x="2199401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8" name="Shape 718"/>
          <p:cNvSpPr/>
          <p:nvPr/>
        </p:nvSpPr>
        <p:spPr>
          <a:xfrm>
            <a:off x="2199401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9" name="Shape 719"/>
          <p:cNvSpPr/>
          <p:nvPr/>
        </p:nvSpPr>
        <p:spPr>
          <a:xfrm>
            <a:off x="2199401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0" name="Shape 720"/>
          <p:cNvSpPr/>
          <p:nvPr/>
        </p:nvSpPr>
        <p:spPr>
          <a:xfrm>
            <a:off x="2199401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1" name="Shape 721"/>
          <p:cNvSpPr/>
          <p:nvPr/>
        </p:nvSpPr>
        <p:spPr>
          <a:xfrm>
            <a:off x="2199401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2" name="Shape 722"/>
          <p:cNvSpPr/>
          <p:nvPr/>
        </p:nvSpPr>
        <p:spPr>
          <a:xfrm>
            <a:off x="2199401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3" name="Shape 723"/>
          <p:cNvSpPr/>
          <p:nvPr/>
        </p:nvSpPr>
        <p:spPr>
          <a:xfrm>
            <a:off x="2214900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4" name="Shape 724"/>
          <p:cNvSpPr/>
          <p:nvPr/>
        </p:nvSpPr>
        <p:spPr>
          <a:xfrm>
            <a:off x="2214900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5" name="Shape 725"/>
          <p:cNvSpPr/>
          <p:nvPr/>
        </p:nvSpPr>
        <p:spPr>
          <a:xfrm>
            <a:off x="2214900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6" name="Shape 726"/>
          <p:cNvSpPr/>
          <p:nvPr/>
        </p:nvSpPr>
        <p:spPr>
          <a:xfrm>
            <a:off x="2214900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7" name="Shape 727"/>
          <p:cNvSpPr/>
          <p:nvPr/>
        </p:nvSpPr>
        <p:spPr>
          <a:xfrm>
            <a:off x="2214900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8" name="Shape 728"/>
          <p:cNvSpPr/>
          <p:nvPr/>
        </p:nvSpPr>
        <p:spPr>
          <a:xfrm>
            <a:off x="2214900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9" name="Shape 729"/>
          <p:cNvSpPr/>
          <p:nvPr/>
        </p:nvSpPr>
        <p:spPr>
          <a:xfrm>
            <a:off x="2214900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0" name="Shape 730"/>
          <p:cNvSpPr/>
          <p:nvPr/>
        </p:nvSpPr>
        <p:spPr>
          <a:xfrm>
            <a:off x="2214900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1" name="Shape 731"/>
          <p:cNvSpPr/>
          <p:nvPr/>
        </p:nvSpPr>
        <p:spPr>
          <a:xfrm>
            <a:off x="2214900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2" name="Shape 732"/>
          <p:cNvSpPr/>
          <p:nvPr/>
        </p:nvSpPr>
        <p:spPr>
          <a:xfrm>
            <a:off x="2214900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3" name="Shape 733"/>
          <p:cNvSpPr/>
          <p:nvPr/>
        </p:nvSpPr>
        <p:spPr>
          <a:xfrm>
            <a:off x="2230399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4" name="Shape 734"/>
          <p:cNvSpPr/>
          <p:nvPr/>
        </p:nvSpPr>
        <p:spPr>
          <a:xfrm>
            <a:off x="2230399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5" name="Shape 735"/>
          <p:cNvSpPr/>
          <p:nvPr/>
        </p:nvSpPr>
        <p:spPr>
          <a:xfrm>
            <a:off x="2230399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6" name="Shape 736"/>
          <p:cNvSpPr/>
          <p:nvPr/>
        </p:nvSpPr>
        <p:spPr>
          <a:xfrm>
            <a:off x="2230399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7" name="Shape 737"/>
          <p:cNvSpPr/>
          <p:nvPr/>
        </p:nvSpPr>
        <p:spPr>
          <a:xfrm>
            <a:off x="2230399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8" name="Shape 738"/>
          <p:cNvSpPr/>
          <p:nvPr/>
        </p:nvSpPr>
        <p:spPr>
          <a:xfrm>
            <a:off x="2230399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9" name="Shape 739"/>
          <p:cNvSpPr/>
          <p:nvPr/>
        </p:nvSpPr>
        <p:spPr>
          <a:xfrm>
            <a:off x="2230399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0" name="Shape 740"/>
          <p:cNvSpPr/>
          <p:nvPr/>
        </p:nvSpPr>
        <p:spPr>
          <a:xfrm>
            <a:off x="2230399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1" name="Shape 741"/>
          <p:cNvSpPr/>
          <p:nvPr/>
        </p:nvSpPr>
        <p:spPr>
          <a:xfrm>
            <a:off x="2230399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2" name="Shape 742"/>
          <p:cNvSpPr/>
          <p:nvPr/>
        </p:nvSpPr>
        <p:spPr>
          <a:xfrm>
            <a:off x="2230399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3" name="Shape 743"/>
          <p:cNvSpPr/>
          <p:nvPr/>
        </p:nvSpPr>
        <p:spPr>
          <a:xfrm>
            <a:off x="2245899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4" name="Shape 744"/>
          <p:cNvSpPr/>
          <p:nvPr/>
        </p:nvSpPr>
        <p:spPr>
          <a:xfrm>
            <a:off x="2245899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5" name="Shape 745"/>
          <p:cNvSpPr/>
          <p:nvPr/>
        </p:nvSpPr>
        <p:spPr>
          <a:xfrm>
            <a:off x="2245899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6" name="Shape 746"/>
          <p:cNvSpPr/>
          <p:nvPr/>
        </p:nvSpPr>
        <p:spPr>
          <a:xfrm>
            <a:off x="2245899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7" name="Shape 747"/>
          <p:cNvSpPr/>
          <p:nvPr/>
        </p:nvSpPr>
        <p:spPr>
          <a:xfrm>
            <a:off x="2245899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8" name="Shape 748"/>
          <p:cNvSpPr/>
          <p:nvPr/>
        </p:nvSpPr>
        <p:spPr>
          <a:xfrm>
            <a:off x="2245899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9" name="Shape 749"/>
          <p:cNvSpPr/>
          <p:nvPr/>
        </p:nvSpPr>
        <p:spPr>
          <a:xfrm>
            <a:off x="2245899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0" name="Shape 750"/>
          <p:cNvSpPr/>
          <p:nvPr/>
        </p:nvSpPr>
        <p:spPr>
          <a:xfrm>
            <a:off x="2245899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1" name="Shape 751"/>
          <p:cNvSpPr/>
          <p:nvPr/>
        </p:nvSpPr>
        <p:spPr>
          <a:xfrm>
            <a:off x="2245899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2" name="Shape 752"/>
          <p:cNvSpPr/>
          <p:nvPr/>
        </p:nvSpPr>
        <p:spPr>
          <a:xfrm>
            <a:off x="2245899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3" name="Shape 753"/>
          <p:cNvSpPr/>
          <p:nvPr/>
        </p:nvSpPr>
        <p:spPr>
          <a:xfrm>
            <a:off x="2261398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4" name="Shape 754"/>
          <p:cNvSpPr/>
          <p:nvPr/>
        </p:nvSpPr>
        <p:spPr>
          <a:xfrm>
            <a:off x="2261398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5" name="Shape 755"/>
          <p:cNvSpPr/>
          <p:nvPr/>
        </p:nvSpPr>
        <p:spPr>
          <a:xfrm>
            <a:off x="2261398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6" name="Shape 756"/>
          <p:cNvSpPr/>
          <p:nvPr/>
        </p:nvSpPr>
        <p:spPr>
          <a:xfrm>
            <a:off x="2261398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7" name="Shape 757"/>
          <p:cNvSpPr/>
          <p:nvPr/>
        </p:nvSpPr>
        <p:spPr>
          <a:xfrm>
            <a:off x="2261398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8" name="Shape 758"/>
          <p:cNvSpPr/>
          <p:nvPr/>
        </p:nvSpPr>
        <p:spPr>
          <a:xfrm>
            <a:off x="2261398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9" name="Shape 759"/>
          <p:cNvSpPr/>
          <p:nvPr/>
        </p:nvSpPr>
        <p:spPr>
          <a:xfrm>
            <a:off x="2261398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0" name="Shape 760"/>
          <p:cNvSpPr/>
          <p:nvPr/>
        </p:nvSpPr>
        <p:spPr>
          <a:xfrm>
            <a:off x="2261398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1" name="Shape 761"/>
          <p:cNvSpPr/>
          <p:nvPr/>
        </p:nvSpPr>
        <p:spPr>
          <a:xfrm>
            <a:off x="2261398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2" name="Shape 762"/>
          <p:cNvSpPr/>
          <p:nvPr/>
        </p:nvSpPr>
        <p:spPr>
          <a:xfrm>
            <a:off x="2261398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3" name="Shape 763"/>
          <p:cNvSpPr/>
          <p:nvPr/>
        </p:nvSpPr>
        <p:spPr>
          <a:xfrm>
            <a:off x="2276897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4" name="Shape 764"/>
          <p:cNvSpPr/>
          <p:nvPr/>
        </p:nvSpPr>
        <p:spPr>
          <a:xfrm>
            <a:off x="2276897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5" name="Shape 765"/>
          <p:cNvSpPr/>
          <p:nvPr/>
        </p:nvSpPr>
        <p:spPr>
          <a:xfrm>
            <a:off x="2276897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6" name="Shape 766"/>
          <p:cNvSpPr/>
          <p:nvPr/>
        </p:nvSpPr>
        <p:spPr>
          <a:xfrm>
            <a:off x="2276897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7" name="Shape 767"/>
          <p:cNvSpPr/>
          <p:nvPr/>
        </p:nvSpPr>
        <p:spPr>
          <a:xfrm>
            <a:off x="2276897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8" name="Shape 768"/>
          <p:cNvSpPr/>
          <p:nvPr/>
        </p:nvSpPr>
        <p:spPr>
          <a:xfrm>
            <a:off x="2276897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9" name="Shape 769"/>
          <p:cNvSpPr/>
          <p:nvPr/>
        </p:nvSpPr>
        <p:spPr>
          <a:xfrm>
            <a:off x="2276897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0" name="Shape 770"/>
          <p:cNvSpPr/>
          <p:nvPr/>
        </p:nvSpPr>
        <p:spPr>
          <a:xfrm>
            <a:off x="2276897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1" name="Shape 771"/>
          <p:cNvSpPr/>
          <p:nvPr/>
        </p:nvSpPr>
        <p:spPr>
          <a:xfrm>
            <a:off x="2276897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2" name="Shape 772"/>
          <p:cNvSpPr/>
          <p:nvPr/>
        </p:nvSpPr>
        <p:spPr>
          <a:xfrm>
            <a:off x="2276897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3" name="Shape 773"/>
          <p:cNvSpPr/>
          <p:nvPr/>
        </p:nvSpPr>
        <p:spPr>
          <a:xfrm>
            <a:off x="2292396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4" name="Shape 774"/>
          <p:cNvSpPr/>
          <p:nvPr/>
        </p:nvSpPr>
        <p:spPr>
          <a:xfrm>
            <a:off x="2292396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5" name="Shape 775"/>
          <p:cNvSpPr/>
          <p:nvPr/>
        </p:nvSpPr>
        <p:spPr>
          <a:xfrm>
            <a:off x="2292396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6" name="Shape 776"/>
          <p:cNvSpPr/>
          <p:nvPr/>
        </p:nvSpPr>
        <p:spPr>
          <a:xfrm>
            <a:off x="2292396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7" name="Shape 777"/>
          <p:cNvSpPr/>
          <p:nvPr/>
        </p:nvSpPr>
        <p:spPr>
          <a:xfrm>
            <a:off x="2292396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8" name="Shape 778"/>
          <p:cNvSpPr/>
          <p:nvPr/>
        </p:nvSpPr>
        <p:spPr>
          <a:xfrm>
            <a:off x="2292396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9" name="Shape 779"/>
          <p:cNvSpPr/>
          <p:nvPr/>
        </p:nvSpPr>
        <p:spPr>
          <a:xfrm>
            <a:off x="2292396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0" name="Shape 780"/>
          <p:cNvSpPr/>
          <p:nvPr/>
        </p:nvSpPr>
        <p:spPr>
          <a:xfrm>
            <a:off x="2292396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1" name="Shape 781"/>
          <p:cNvSpPr/>
          <p:nvPr/>
        </p:nvSpPr>
        <p:spPr>
          <a:xfrm>
            <a:off x="2292396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2" name="Shape 782"/>
          <p:cNvSpPr/>
          <p:nvPr/>
        </p:nvSpPr>
        <p:spPr>
          <a:xfrm>
            <a:off x="2292396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3" name="Shape 783"/>
          <p:cNvSpPr/>
          <p:nvPr/>
        </p:nvSpPr>
        <p:spPr>
          <a:xfrm>
            <a:off x="2307895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4" name="Shape 784"/>
          <p:cNvSpPr/>
          <p:nvPr/>
        </p:nvSpPr>
        <p:spPr>
          <a:xfrm>
            <a:off x="2307895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5" name="Shape 785"/>
          <p:cNvSpPr/>
          <p:nvPr/>
        </p:nvSpPr>
        <p:spPr>
          <a:xfrm>
            <a:off x="2307895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6" name="Shape 786"/>
          <p:cNvSpPr/>
          <p:nvPr/>
        </p:nvSpPr>
        <p:spPr>
          <a:xfrm>
            <a:off x="2307895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7" name="Shape 787"/>
          <p:cNvSpPr/>
          <p:nvPr/>
        </p:nvSpPr>
        <p:spPr>
          <a:xfrm>
            <a:off x="2307895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8" name="Shape 788"/>
          <p:cNvSpPr/>
          <p:nvPr/>
        </p:nvSpPr>
        <p:spPr>
          <a:xfrm>
            <a:off x="2307895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9" name="Shape 789"/>
          <p:cNvSpPr/>
          <p:nvPr/>
        </p:nvSpPr>
        <p:spPr>
          <a:xfrm>
            <a:off x="2307895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0" name="Shape 790"/>
          <p:cNvSpPr/>
          <p:nvPr/>
        </p:nvSpPr>
        <p:spPr>
          <a:xfrm>
            <a:off x="2307895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1" name="Shape 791"/>
          <p:cNvSpPr/>
          <p:nvPr/>
        </p:nvSpPr>
        <p:spPr>
          <a:xfrm>
            <a:off x="2307895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2" name="Shape 792"/>
          <p:cNvSpPr/>
          <p:nvPr/>
        </p:nvSpPr>
        <p:spPr>
          <a:xfrm>
            <a:off x="2307895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3" name="Shape 793"/>
          <p:cNvSpPr/>
          <p:nvPr/>
        </p:nvSpPr>
        <p:spPr>
          <a:xfrm>
            <a:off x="2323394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4" name="Shape 794"/>
          <p:cNvSpPr/>
          <p:nvPr/>
        </p:nvSpPr>
        <p:spPr>
          <a:xfrm>
            <a:off x="2323394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5" name="Shape 795"/>
          <p:cNvSpPr/>
          <p:nvPr/>
        </p:nvSpPr>
        <p:spPr>
          <a:xfrm>
            <a:off x="2323394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6" name="Shape 796"/>
          <p:cNvSpPr/>
          <p:nvPr/>
        </p:nvSpPr>
        <p:spPr>
          <a:xfrm>
            <a:off x="2323394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7" name="Shape 797"/>
          <p:cNvSpPr/>
          <p:nvPr/>
        </p:nvSpPr>
        <p:spPr>
          <a:xfrm>
            <a:off x="2323394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8" name="Shape 798"/>
          <p:cNvSpPr/>
          <p:nvPr/>
        </p:nvSpPr>
        <p:spPr>
          <a:xfrm>
            <a:off x="2323394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9" name="Shape 799"/>
          <p:cNvSpPr/>
          <p:nvPr/>
        </p:nvSpPr>
        <p:spPr>
          <a:xfrm>
            <a:off x="2323394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0" name="Shape 800"/>
          <p:cNvSpPr/>
          <p:nvPr/>
        </p:nvSpPr>
        <p:spPr>
          <a:xfrm>
            <a:off x="2323394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1" name="Shape 801"/>
          <p:cNvSpPr/>
          <p:nvPr/>
        </p:nvSpPr>
        <p:spPr>
          <a:xfrm>
            <a:off x="2323394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2" name="Shape 802"/>
          <p:cNvSpPr/>
          <p:nvPr/>
        </p:nvSpPr>
        <p:spPr>
          <a:xfrm>
            <a:off x="2323394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3" name="Shape 803"/>
          <p:cNvSpPr/>
          <p:nvPr/>
        </p:nvSpPr>
        <p:spPr>
          <a:xfrm>
            <a:off x="2338893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4" name="Shape 804"/>
          <p:cNvSpPr/>
          <p:nvPr/>
        </p:nvSpPr>
        <p:spPr>
          <a:xfrm>
            <a:off x="2338893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5" name="Shape 805"/>
          <p:cNvSpPr/>
          <p:nvPr/>
        </p:nvSpPr>
        <p:spPr>
          <a:xfrm>
            <a:off x="2338893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6" name="Shape 806"/>
          <p:cNvSpPr/>
          <p:nvPr/>
        </p:nvSpPr>
        <p:spPr>
          <a:xfrm>
            <a:off x="2338893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7" name="Shape 807"/>
          <p:cNvSpPr/>
          <p:nvPr/>
        </p:nvSpPr>
        <p:spPr>
          <a:xfrm>
            <a:off x="2338893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8" name="Shape 808"/>
          <p:cNvSpPr/>
          <p:nvPr/>
        </p:nvSpPr>
        <p:spPr>
          <a:xfrm>
            <a:off x="2338893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9" name="Shape 809"/>
          <p:cNvSpPr/>
          <p:nvPr/>
        </p:nvSpPr>
        <p:spPr>
          <a:xfrm>
            <a:off x="2338893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0" name="Shape 810"/>
          <p:cNvSpPr/>
          <p:nvPr/>
        </p:nvSpPr>
        <p:spPr>
          <a:xfrm>
            <a:off x="2338893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1" name="Shape 811"/>
          <p:cNvSpPr/>
          <p:nvPr/>
        </p:nvSpPr>
        <p:spPr>
          <a:xfrm>
            <a:off x="2338893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2" name="Shape 812"/>
          <p:cNvSpPr/>
          <p:nvPr/>
        </p:nvSpPr>
        <p:spPr>
          <a:xfrm>
            <a:off x="2338893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3" name="Shape 813"/>
          <p:cNvSpPr/>
          <p:nvPr/>
        </p:nvSpPr>
        <p:spPr>
          <a:xfrm>
            <a:off x="2354392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4" name="Shape 814"/>
          <p:cNvSpPr/>
          <p:nvPr/>
        </p:nvSpPr>
        <p:spPr>
          <a:xfrm>
            <a:off x="2354392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5" name="Shape 815"/>
          <p:cNvSpPr/>
          <p:nvPr/>
        </p:nvSpPr>
        <p:spPr>
          <a:xfrm>
            <a:off x="2354392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6" name="Shape 816"/>
          <p:cNvSpPr/>
          <p:nvPr/>
        </p:nvSpPr>
        <p:spPr>
          <a:xfrm>
            <a:off x="2354392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7" name="Shape 817"/>
          <p:cNvSpPr/>
          <p:nvPr/>
        </p:nvSpPr>
        <p:spPr>
          <a:xfrm>
            <a:off x="2354392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8" name="Shape 818"/>
          <p:cNvSpPr/>
          <p:nvPr/>
        </p:nvSpPr>
        <p:spPr>
          <a:xfrm>
            <a:off x="2354392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9" name="Shape 819"/>
          <p:cNvSpPr/>
          <p:nvPr/>
        </p:nvSpPr>
        <p:spPr>
          <a:xfrm>
            <a:off x="2354392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0" name="Shape 820"/>
          <p:cNvSpPr/>
          <p:nvPr/>
        </p:nvSpPr>
        <p:spPr>
          <a:xfrm>
            <a:off x="2354392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1" name="Shape 821"/>
          <p:cNvSpPr/>
          <p:nvPr/>
        </p:nvSpPr>
        <p:spPr>
          <a:xfrm>
            <a:off x="2354392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2" name="Shape 822"/>
          <p:cNvSpPr/>
          <p:nvPr/>
        </p:nvSpPr>
        <p:spPr>
          <a:xfrm>
            <a:off x="2354392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3" name="Shape 823"/>
          <p:cNvSpPr/>
          <p:nvPr/>
        </p:nvSpPr>
        <p:spPr>
          <a:xfrm>
            <a:off x="2369891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4" name="Shape 824"/>
          <p:cNvSpPr/>
          <p:nvPr/>
        </p:nvSpPr>
        <p:spPr>
          <a:xfrm>
            <a:off x="2369891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5" name="Shape 825"/>
          <p:cNvSpPr/>
          <p:nvPr/>
        </p:nvSpPr>
        <p:spPr>
          <a:xfrm>
            <a:off x="2369891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6" name="Shape 826"/>
          <p:cNvSpPr/>
          <p:nvPr/>
        </p:nvSpPr>
        <p:spPr>
          <a:xfrm>
            <a:off x="2369891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7" name="Shape 827"/>
          <p:cNvSpPr/>
          <p:nvPr/>
        </p:nvSpPr>
        <p:spPr>
          <a:xfrm>
            <a:off x="2369891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8" name="Shape 828"/>
          <p:cNvSpPr/>
          <p:nvPr/>
        </p:nvSpPr>
        <p:spPr>
          <a:xfrm>
            <a:off x="2369891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9" name="Shape 829"/>
          <p:cNvSpPr/>
          <p:nvPr/>
        </p:nvSpPr>
        <p:spPr>
          <a:xfrm>
            <a:off x="2369891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0" name="Shape 830"/>
          <p:cNvSpPr/>
          <p:nvPr/>
        </p:nvSpPr>
        <p:spPr>
          <a:xfrm>
            <a:off x="2369891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1" name="Shape 831"/>
          <p:cNvSpPr/>
          <p:nvPr/>
        </p:nvSpPr>
        <p:spPr>
          <a:xfrm>
            <a:off x="2369891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2" name="Shape 832"/>
          <p:cNvSpPr/>
          <p:nvPr/>
        </p:nvSpPr>
        <p:spPr>
          <a:xfrm>
            <a:off x="2369891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3" name="Shape 833"/>
          <p:cNvSpPr/>
          <p:nvPr/>
        </p:nvSpPr>
        <p:spPr>
          <a:xfrm>
            <a:off x="2385390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4" name="Shape 834"/>
          <p:cNvSpPr/>
          <p:nvPr/>
        </p:nvSpPr>
        <p:spPr>
          <a:xfrm>
            <a:off x="2385390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5" name="Shape 835"/>
          <p:cNvSpPr/>
          <p:nvPr/>
        </p:nvSpPr>
        <p:spPr>
          <a:xfrm>
            <a:off x="2385390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6" name="Shape 836"/>
          <p:cNvSpPr/>
          <p:nvPr/>
        </p:nvSpPr>
        <p:spPr>
          <a:xfrm>
            <a:off x="2385390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7" name="Shape 837"/>
          <p:cNvSpPr/>
          <p:nvPr/>
        </p:nvSpPr>
        <p:spPr>
          <a:xfrm>
            <a:off x="2385390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8" name="Shape 838"/>
          <p:cNvSpPr/>
          <p:nvPr/>
        </p:nvSpPr>
        <p:spPr>
          <a:xfrm>
            <a:off x="2385390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9" name="Shape 839"/>
          <p:cNvSpPr/>
          <p:nvPr/>
        </p:nvSpPr>
        <p:spPr>
          <a:xfrm>
            <a:off x="2385390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0" name="Shape 840"/>
          <p:cNvSpPr/>
          <p:nvPr/>
        </p:nvSpPr>
        <p:spPr>
          <a:xfrm>
            <a:off x="2385390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1" name="Shape 841"/>
          <p:cNvSpPr/>
          <p:nvPr/>
        </p:nvSpPr>
        <p:spPr>
          <a:xfrm>
            <a:off x="2385390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2" name="Shape 842"/>
          <p:cNvSpPr/>
          <p:nvPr/>
        </p:nvSpPr>
        <p:spPr>
          <a:xfrm>
            <a:off x="2385390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3" name="Shape 843"/>
          <p:cNvSpPr/>
          <p:nvPr/>
        </p:nvSpPr>
        <p:spPr>
          <a:xfrm>
            <a:off x="2400889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4" name="Shape 844"/>
          <p:cNvSpPr/>
          <p:nvPr/>
        </p:nvSpPr>
        <p:spPr>
          <a:xfrm>
            <a:off x="2400889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5" name="Shape 845"/>
          <p:cNvSpPr/>
          <p:nvPr/>
        </p:nvSpPr>
        <p:spPr>
          <a:xfrm>
            <a:off x="2400889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6" name="Shape 846"/>
          <p:cNvSpPr/>
          <p:nvPr/>
        </p:nvSpPr>
        <p:spPr>
          <a:xfrm>
            <a:off x="2400889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7" name="Shape 847"/>
          <p:cNvSpPr/>
          <p:nvPr/>
        </p:nvSpPr>
        <p:spPr>
          <a:xfrm>
            <a:off x="2400889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8" name="Shape 848"/>
          <p:cNvSpPr/>
          <p:nvPr/>
        </p:nvSpPr>
        <p:spPr>
          <a:xfrm>
            <a:off x="2400889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9" name="Shape 849"/>
          <p:cNvSpPr/>
          <p:nvPr/>
        </p:nvSpPr>
        <p:spPr>
          <a:xfrm>
            <a:off x="2400889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0" name="Shape 850"/>
          <p:cNvSpPr/>
          <p:nvPr/>
        </p:nvSpPr>
        <p:spPr>
          <a:xfrm>
            <a:off x="2400889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1" name="Shape 851"/>
          <p:cNvSpPr/>
          <p:nvPr/>
        </p:nvSpPr>
        <p:spPr>
          <a:xfrm>
            <a:off x="2400889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2" name="Shape 852"/>
          <p:cNvSpPr/>
          <p:nvPr/>
        </p:nvSpPr>
        <p:spPr>
          <a:xfrm>
            <a:off x="2400889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3" name="Shape 853"/>
          <p:cNvSpPr/>
          <p:nvPr/>
        </p:nvSpPr>
        <p:spPr>
          <a:xfrm>
            <a:off x="2416388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4" name="Shape 854"/>
          <p:cNvSpPr/>
          <p:nvPr/>
        </p:nvSpPr>
        <p:spPr>
          <a:xfrm>
            <a:off x="2416388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5" name="Shape 855"/>
          <p:cNvSpPr/>
          <p:nvPr/>
        </p:nvSpPr>
        <p:spPr>
          <a:xfrm>
            <a:off x="2416388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6" name="Shape 856"/>
          <p:cNvSpPr/>
          <p:nvPr/>
        </p:nvSpPr>
        <p:spPr>
          <a:xfrm>
            <a:off x="2416388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7" name="Shape 857"/>
          <p:cNvSpPr/>
          <p:nvPr/>
        </p:nvSpPr>
        <p:spPr>
          <a:xfrm>
            <a:off x="2416388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8" name="Shape 858"/>
          <p:cNvSpPr/>
          <p:nvPr/>
        </p:nvSpPr>
        <p:spPr>
          <a:xfrm>
            <a:off x="2416388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9" name="Shape 859"/>
          <p:cNvSpPr/>
          <p:nvPr/>
        </p:nvSpPr>
        <p:spPr>
          <a:xfrm>
            <a:off x="2416388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0" name="Shape 860"/>
          <p:cNvSpPr/>
          <p:nvPr/>
        </p:nvSpPr>
        <p:spPr>
          <a:xfrm>
            <a:off x="2416388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1" name="Shape 861"/>
          <p:cNvSpPr/>
          <p:nvPr/>
        </p:nvSpPr>
        <p:spPr>
          <a:xfrm>
            <a:off x="2416388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2" name="Shape 862"/>
          <p:cNvSpPr/>
          <p:nvPr/>
        </p:nvSpPr>
        <p:spPr>
          <a:xfrm>
            <a:off x="2416388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3" name="Shape 863"/>
          <p:cNvSpPr/>
          <p:nvPr/>
        </p:nvSpPr>
        <p:spPr>
          <a:xfrm>
            <a:off x="2431887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4" name="Shape 864"/>
          <p:cNvSpPr/>
          <p:nvPr/>
        </p:nvSpPr>
        <p:spPr>
          <a:xfrm>
            <a:off x="2431887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5" name="Shape 865"/>
          <p:cNvSpPr/>
          <p:nvPr/>
        </p:nvSpPr>
        <p:spPr>
          <a:xfrm>
            <a:off x="2431887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6" name="Shape 866"/>
          <p:cNvSpPr/>
          <p:nvPr/>
        </p:nvSpPr>
        <p:spPr>
          <a:xfrm>
            <a:off x="2431887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7" name="Shape 867"/>
          <p:cNvSpPr/>
          <p:nvPr/>
        </p:nvSpPr>
        <p:spPr>
          <a:xfrm>
            <a:off x="2431887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8" name="Shape 868"/>
          <p:cNvSpPr/>
          <p:nvPr/>
        </p:nvSpPr>
        <p:spPr>
          <a:xfrm>
            <a:off x="2431887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9" name="Shape 869"/>
          <p:cNvSpPr/>
          <p:nvPr/>
        </p:nvSpPr>
        <p:spPr>
          <a:xfrm>
            <a:off x="2431887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0" name="Shape 870"/>
          <p:cNvSpPr/>
          <p:nvPr/>
        </p:nvSpPr>
        <p:spPr>
          <a:xfrm>
            <a:off x="2431887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1" name="Shape 871"/>
          <p:cNvSpPr/>
          <p:nvPr/>
        </p:nvSpPr>
        <p:spPr>
          <a:xfrm>
            <a:off x="2431887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2" name="Shape 872"/>
          <p:cNvSpPr/>
          <p:nvPr/>
        </p:nvSpPr>
        <p:spPr>
          <a:xfrm>
            <a:off x="2431887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3" name="Shape 873"/>
          <p:cNvSpPr/>
          <p:nvPr/>
        </p:nvSpPr>
        <p:spPr>
          <a:xfrm>
            <a:off x="2447387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4" name="Shape 874"/>
          <p:cNvSpPr/>
          <p:nvPr/>
        </p:nvSpPr>
        <p:spPr>
          <a:xfrm>
            <a:off x="2447387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5" name="Shape 875"/>
          <p:cNvSpPr/>
          <p:nvPr/>
        </p:nvSpPr>
        <p:spPr>
          <a:xfrm>
            <a:off x="2447387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6" name="Shape 876"/>
          <p:cNvSpPr/>
          <p:nvPr/>
        </p:nvSpPr>
        <p:spPr>
          <a:xfrm>
            <a:off x="2447387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7" name="Shape 877"/>
          <p:cNvSpPr/>
          <p:nvPr/>
        </p:nvSpPr>
        <p:spPr>
          <a:xfrm>
            <a:off x="2447387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8" name="Shape 878"/>
          <p:cNvSpPr/>
          <p:nvPr/>
        </p:nvSpPr>
        <p:spPr>
          <a:xfrm>
            <a:off x="2447387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9" name="Shape 879"/>
          <p:cNvSpPr/>
          <p:nvPr/>
        </p:nvSpPr>
        <p:spPr>
          <a:xfrm>
            <a:off x="2447387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0" name="Shape 880"/>
          <p:cNvSpPr/>
          <p:nvPr/>
        </p:nvSpPr>
        <p:spPr>
          <a:xfrm>
            <a:off x="2447387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1" name="Shape 881"/>
          <p:cNvSpPr/>
          <p:nvPr/>
        </p:nvSpPr>
        <p:spPr>
          <a:xfrm>
            <a:off x="2447387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2" name="Shape 882"/>
          <p:cNvSpPr/>
          <p:nvPr/>
        </p:nvSpPr>
        <p:spPr>
          <a:xfrm>
            <a:off x="2447387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3" name="Shape 883"/>
          <p:cNvSpPr/>
          <p:nvPr/>
        </p:nvSpPr>
        <p:spPr>
          <a:xfrm>
            <a:off x="2462886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4" name="Shape 884"/>
          <p:cNvSpPr/>
          <p:nvPr/>
        </p:nvSpPr>
        <p:spPr>
          <a:xfrm>
            <a:off x="2462886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5" name="Shape 885"/>
          <p:cNvSpPr/>
          <p:nvPr/>
        </p:nvSpPr>
        <p:spPr>
          <a:xfrm>
            <a:off x="2462886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6" name="Shape 886"/>
          <p:cNvSpPr/>
          <p:nvPr/>
        </p:nvSpPr>
        <p:spPr>
          <a:xfrm>
            <a:off x="2462886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7" name="Shape 887"/>
          <p:cNvSpPr/>
          <p:nvPr/>
        </p:nvSpPr>
        <p:spPr>
          <a:xfrm>
            <a:off x="2462886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8" name="Shape 888"/>
          <p:cNvSpPr/>
          <p:nvPr/>
        </p:nvSpPr>
        <p:spPr>
          <a:xfrm>
            <a:off x="2462886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9" name="Shape 889"/>
          <p:cNvSpPr/>
          <p:nvPr/>
        </p:nvSpPr>
        <p:spPr>
          <a:xfrm>
            <a:off x="2462886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0" name="Shape 890"/>
          <p:cNvSpPr/>
          <p:nvPr/>
        </p:nvSpPr>
        <p:spPr>
          <a:xfrm>
            <a:off x="2462886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1" name="Shape 891"/>
          <p:cNvSpPr/>
          <p:nvPr/>
        </p:nvSpPr>
        <p:spPr>
          <a:xfrm>
            <a:off x="2462886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2" name="Shape 892"/>
          <p:cNvSpPr/>
          <p:nvPr/>
        </p:nvSpPr>
        <p:spPr>
          <a:xfrm>
            <a:off x="2462886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3" name="Shape 893"/>
          <p:cNvSpPr/>
          <p:nvPr/>
        </p:nvSpPr>
        <p:spPr>
          <a:xfrm>
            <a:off x="2478385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4" name="Shape 894"/>
          <p:cNvSpPr/>
          <p:nvPr/>
        </p:nvSpPr>
        <p:spPr>
          <a:xfrm>
            <a:off x="2478385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5" name="Shape 895"/>
          <p:cNvSpPr/>
          <p:nvPr/>
        </p:nvSpPr>
        <p:spPr>
          <a:xfrm>
            <a:off x="2478385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6" name="Shape 896"/>
          <p:cNvSpPr/>
          <p:nvPr/>
        </p:nvSpPr>
        <p:spPr>
          <a:xfrm>
            <a:off x="2478385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7" name="Shape 897"/>
          <p:cNvSpPr/>
          <p:nvPr/>
        </p:nvSpPr>
        <p:spPr>
          <a:xfrm>
            <a:off x="2478385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8" name="Shape 898"/>
          <p:cNvSpPr/>
          <p:nvPr/>
        </p:nvSpPr>
        <p:spPr>
          <a:xfrm>
            <a:off x="2478385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9" name="Shape 899"/>
          <p:cNvSpPr/>
          <p:nvPr/>
        </p:nvSpPr>
        <p:spPr>
          <a:xfrm>
            <a:off x="2478385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0" name="Shape 900"/>
          <p:cNvSpPr/>
          <p:nvPr/>
        </p:nvSpPr>
        <p:spPr>
          <a:xfrm>
            <a:off x="2478385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1" name="Shape 901"/>
          <p:cNvSpPr/>
          <p:nvPr/>
        </p:nvSpPr>
        <p:spPr>
          <a:xfrm>
            <a:off x="2478385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2" name="Shape 902"/>
          <p:cNvSpPr/>
          <p:nvPr/>
        </p:nvSpPr>
        <p:spPr>
          <a:xfrm>
            <a:off x="2478385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3" name="Shape 903"/>
          <p:cNvSpPr/>
          <p:nvPr/>
        </p:nvSpPr>
        <p:spPr>
          <a:xfrm>
            <a:off x="2493884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4" name="Shape 904"/>
          <p:cNvSpPr/>
          <p:nvPr/>
        </p:nvSpPr>
        <p:spPr>
          <a:xfrm>
            <a:off x="2493884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5" name="Shape 905"/>
          <p:cNvSpPr/>
          <p:nvPr/>
        </p:nvSpPr>
        <p:spPr>
          <a:xfrm>
            <a:off x="2493884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6" name="Shape 906"/>
          <p:cNvSpPr/>
          <p:nvPr/>
        </p:nvSpPr>
        <p:spPr>
          <a:xfrm>
            <a:off x="2493884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7" name="Shape 907"/>
          <p:cNvSpPr/>
          <p:nvPr/>
        </p:nvSpPr>
        <p:spPr>
          <a:xfrm>
            <a:off x="2493884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8" name="Shape 908"/>
          <p:cNvSpPr/>
          <p:nvPr/>
        </p:nvSpPr>
        <p:spPr>
          <a:xfrm>
            <a:off x="2493884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9" name="Shape 909"/>
          <p:cNvSpPr/>
          <p:nvPr/>
        </p:nvSpPr>
        <p:spPr>
          <a:xfrm>
            <a:off x="2493884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0" name="Shape 910"/>
          <p:cNvSpPr/>
          <p:nvPr/>
        </p:nvSpPr>
        <p:spPr>
          <a:xfrm>
            <a:off x="2493884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1" name="Shape 911"/>
          <p:cNvSpPr/>
          <p:nvPr/>
        </p:nvSpPr>
        <p:spPr>
          <a:xfrm>
            <a:off x="2493884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2" name="Shape 912"/>
          <p:cNvSpPr/>
          <p:nvPr/>
        </p:nvSpPr>
        <p:spPr>
          <a:xfrm>
            <a:off x="2493884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3" name="Shape 913"/>
          <p:cNvSpPr/>
          <p:nvPr/>
        </p:nvSpPr>
        <p:spPr>
          <a:xfrm>
            <a:off x="2509383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4" name="Shape 914"/>
          <p:cNvSpPr/>
          <p:nvPr/>
        </p:nvSpPr>
        <p:spPr>
          <a:xfrm>
            <a:off x="2509383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5" name="Shape 915"/>
          <p:cNvSpPr/>
          <p:nvPr/>
        </p:nvSpPr>
        <p:spPr>
          <a:xfrm>
            <a:off x="2509383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6" name="Shape 916"/>
          <p:cNvSpPr/>
          <p:nvPr/>
        </p:nvSpPr>
        <p:spPr>
          <a:xfrm>
            <a:off x="2509383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7" name="Shape 917"/>
          <p:cNvSpPr/>
          <p:nvPr/>
        </p:nvSpPr>
        <p:spPr>
          <a:xfrm>
            <a:off x="2509383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8" name="Shape 918"/>
          <p:cNvSpPr/>
          <p:nvPr/>
        </p:nvSpPr>
        <p:spPr>
          <a:xfrm>
            <a:off x="2509383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9" name="Shape 919"/>
          <p:cNvSpPr/>
          <p:nvPr/>
        </p:nvSpPr>
        <p:spPr>
          <a:xfrm>
            <a:off x="2509383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0" name="Shape 920"/>
          <p:cNvSpPr/>
          <p:nvPr/>
        </p:nvSpPr>
        <p:spPr>
          <a:xfrm>
            <a:off x="2509383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1" name="Shape 921"/>
          <p:cNvSpPr/>
          <p:nvPr/>
        </p:nvSpPr>
        <p:spPr>
          <a:xfrm>
            <a:off x="2509383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2" name="Shape 922"/>
          <p:cNvSpPr/>
          <p:nvPr/>
        </p:nvSpPr>
        <p:spPr>
          <a:xfrm>
            <a:off x="2509383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3" name="Shape 923"/>
          <p:cNvSpPr/>
          <p:nvPr/>
        </p:nvSpPr>
        <p:spPr>
          <a:xfrm>
            <a:off x="2524882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4" name="Shape 924"/>
          <p:cNvSpPr/>
          <p:nvPr/>
        </p:nvSpPr>
        <p:spPr>
          <a:xfrm>
            <a:off x="2524882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5" name="Shape 925"/>
          <p:cNvSpPr/>
          <p:nvPr/>
        </p:nvSpPr>
        <p:spPr>
          <a:xfrm>
            <a:off x="2524882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6" name="Shape 926"/>
          <p:cNvSpPr/>
          <p:nvPr/>
        </p:nvSpPr>
        <p:spPr>
          <a:xfrm>
            <a:off x="2524882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7" name="Shape 927"/>
          <p:cNvSpPr/>
          <p:nvPr/>
        </p:nvSpPr>
        <p:spPr>
          <a:xfrm>
            <a:off x="2524882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8" name="Shape 928"/>
          <p:cNvSpPr/>
          <p:nvPr/>
        </p:nvSpPr>
        <p:spPr>
          <a:xfrm>
            <a:off x="2524882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9" name="Shape 929"/>
          <p:cNvSpPr/>
          <p:nvPr/>
        </p:nvSpPr>
        <p:spPr>
          <a:xfrm>
            <a:off x="2524882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0" name="Shape 930"/>
          <p:cNvSpPr/>
          <p:nvPr/>
        </p:nvSpPr>
        <p:spPr>
          <a:xfrm>
            <a:off x="2524882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1" name="Shape 931"/>
          <p:cNvSpPr/>
          <p:nvPr/>
        </p:nvSpPr>
        <p:spPr>
          <a:xfrm>
            <a:off x="2524882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2" name="Shape 932"/>
          <p:cNvSpPr/>
          <p:nvPr/>
        </p:nvSpPr>
        <p:spPr>
          <a:xfrm>
            <a:off x="2524882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3" name="Shape 933"/>
          <p:cNvSpPr/>
          <p:nvPr/>
        </p:nvSpPr>
        <p:spPr>
          <a:xfrm>
            <a:off x="2540381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4" name="Shape 934"/>
          <p:cNvSpPr/>
          <p:nvPr/>
        </p:nvSpPr>
        <p:spPr>
          <a:xfrm>
            <a:off x="2540381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5" name="Shape 935"/>
          <p:cNvSpPr/>
          <p:nvPr/>
        </p:nvSpPr>
        <p:spPr>
          <a:xfrm>
            <a:off x="2540381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6" name="Shape 936"/>
          <p:cNvSpPr/>
          <p:nvPr/>
        </p:nvSpPr>
        <p:spPr>
          <a:xfrm>
            <a:off x="2540381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7" name="Shape 937"/>
          <p:cNvSpPr/>
          <p:nvPr/>
        </p:nvSpPr>
        <p:spPr>
          <a:xfrm>
            <a:off x="2540381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8" name="Shape 938"/>
          <p:cNvSpPr/>
          <p:nvPr/>
        </p:nvSpPr>
        <p:spPr>
          <a:xfrm>
            <a:off x="2540381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9" name="Shape 939"/>
          <p:cNvSpPr/>
          <p:nvPr/>
        </p:nvSpPr>
        <p:spPr>
          <a:xfrm>
            <a:off x="2540381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0" name="Shape 940"/>
          <p:cNvSpPr/>
          <p:nvPr/>
        </p:nvSpPr>
        <p:spPr>
          <a:xfrm>
            <a:off x="2540381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1" name="Shape 941"/>
          <p:cNvSpPr/>
          <p:nvPr/>
        </p:nvSpPr>
        <p:spPr>
          <a:xfrm>
            <a:off x="2540381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2" name="Shape 942"/>
          <p:cNvSpPr/>
          <p:nvPr/>
        </p:nvSpPr>
        <p:spPr>
          <a:xfrm>
            <a:off x="2540381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3" name="Shape 943"/>
          <p:cNvSpPr/>
          <p:nvPr/>
        </p:nvSpPr>
        <p:spPr>
          <a:xfrm>
            <a:off x="2555880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4" name="Shape 944"/>
          <p:cNvSpPr/>
          <p:nvPr/>
        </p:nvSpPr>
        <p:spPr>
          <a:xfrm>
            <a:off x="2555880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5" name="Shape 945"/>
          <p:cNvSpPr/>
          <p:nvPr/>
        </p:nvSpPr>
        <p:spPr>
          <a:xfrm>
            <a:off x="2555880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6" name="Shape 946"/>
          <p:cNvSpPr/>
          <p:nvPr/>
        </p:nvSpPr>
        <p:spPr>
          <a:xfrm>
            <a:off x="2555880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7" name="Shape 947"/>
          <p:cNvSpPr/>
          <p:nvPr/>
        </p:nvSpPr>
        <p:spPr>
          <a:xfrm>
            <a:off x="2555880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8" name="Shape 948"/>
          <p:cNvSpPr/>
          <p:nvPr/>
        </p:nvSpPr>
        <p:spPr>
          <a:xfrm>
            <a:off x="2555880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9" name="Shape 949"/>
          <p:cNvSpPr/>
          <p:nvPr/>
        </p:nvSpPr>
        <p:spPr>
          <a:xfrm>
            <a:off x="2555880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0" name="Shape 950"/>
          <p:cNvSpPr/>
          <p:nvPr/>
        </p:nvSpPr>
        <p:spPr>
          <a:xfrm>
            <a:off x="2555880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1" name="Shape 951"/>
          <p:cNvSpPr/>
          <p:nvPr/>
        </p:nvSpPr>
        <p:spPr>
          <a:xfrm>
            <a:off x="2555880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2" name="Shape 952"/>
          <p:cNvSpPr/>
          <p:nvPr/>
        </p:nvSpPr>
        <p:spPr>
          <a:xfrm>
            <a:off x="2555880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3" name="Shape 953"/>
          <p:cNvSpPr/>
          <p:nvPr/>
        </p:nvSpPr>
        <p:spPr>
          <a:xfrm>
            <a:off x="2571379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4" name="Shape 954"/>
          <p:cNvSpPr/>
          <p:nvPr/>
        </p:nvSpPr>
        <p:spPr>
          <a:xfrm>
            <a:off x="2571379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5" name="Shape 955"/>
          <p:cNvSpPr/>
          <p:nvPr/>
        </p:nvSpPr>
        <p:spPr>
          <a:xfrm>
            <a:off x="2571379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6" name="Shape 956"/>
          <p:cNvSpPr/>
          <p:nvPr/>
        </p:nvSpPr>
        <p:spPr>
          <a:xfrm>
            <a:off x="2571379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7" name="Shape 957"/>
          <p:cNvSpPr/>
          <p:nvPr/>
        </p:nvSpPr>
        <p:spPr>
          <a:xfrm>
            <a:off x="2571379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8" name="Shape 958"/>
          <p:cNvSpPr/>
          <p:nvPr/>
        </p:nvSpPr>
        <p:spPr>
          <a:xfrm>
            <a:off x="2571379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9" name="Shape 959"/>
          <p:cNvSpPr/>
          <p:nvPr/>
        </p:nvSpPr>
        <p:spPr>
          <a:xfrm>
            <a:off x="2571379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0" name="Shape 960"/>
          <p:cNvSpPr/>
          <p:nvPr/>
        </p:nvSpPr>
        <p:spPr>
          <a:xfrm>
            <a:off x="2571379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1" name="Shape 961"/>
          <p:cNvSpPr/>
          <p:nvPr/>
        </p:nvSpPr>
        <p:spPr>
          <a:xfrm>
            <a:off x="2571379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2" name="Shape 962"/>
          <p:cNvSpPr/>
          <p:nvPr/>
        </p:nvSpPr>
        <p:spPr>
          <a:xfrm>
            <a:off x="2571379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3" name="Shape 963"/>
          <p:cNvSpPr/>
          <p:nvPr/>
        </p:nvSpPr>
        <p:spPr>
          <a:xfrm>
            <a:off x="2586878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4" name="Shape 964"/>
          <p:cNvSpPr/>
          <p:nvPr/>
        </p:nvSpPr>
        <p:spPr>
          <a:xfrm>
            <a:off x="2586878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5" name="Shape 965"/>
          <p:cNvSpPr/>
          <p:nvPr/>
        </p:nvSpPr>
        <p:spPr>
          <a:xfrm>
            <a:off x="2586878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6" name="Shape 966"/>
          <p:cNvSpPr/>
          <p:nvPr/>
        </p:nvSpPr>
        <p:spPr>
          <a:xfrm>
            <a:off x="2586878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7" name="Shape 967"/>
          <p:cNvSpPr/>
          <p:nvPr/>
        </p:nvSpPr>
        <p:spPr>
          <a:xfrm>
            <a:off x="2586878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8" name="Shape 968"/>
          <p:cNvSpPr/>
          <p:nvPr/>
        </p:nvSpPr>
        <p:spPr>
          <a:xfrm>
            <a:off x="2586878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9" name="Shape 969"/>
          <p:cNvSpPr/>
          <p:nvPr/>
        </p:nvSpPr>
        <p:spPr>
          <a:xfrm>
            <a:off x="2586878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0" name="Shape 970"/>
          <p:cNvSpPr/>
          <p:nvPr/>
        </p:nvSpPr>
        <p:spPr>
          <a:xfrm>
            <a:off x="2586878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1" name="Shape 971"/>
          <p:cNvSpPr/>
          <p:nvPr/>
        </p:nvSpPr>
        <p:spPr>
          <a:xfrm>
            <a:off x="2586878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2" name="Shape 972"/>
          <p:cNvSpPr/>
          <p:nvPr/>
        </p:nvSpPr>
        <p:spPr>
          <a:xfrm>
            <a:off x="2586878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3" name="Shape 973"/>
          <p:cNvSpPr/>
          <p:nvPr/>
        </p:nvSpPr>
        <p:spPr>
          <a:xfrm>
            <a:off x="2602377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4" name="Shape 974"/>
          <p:cNvSpPr/>
          <p:nvPr/>
        </p:nvSpPr>
        <p:spPr>
          <a:xfrm>
            <a:off x="2602377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5" name="Shape 975"/>
          <p:cNvSpPr/>
          <p:nvPr/>
        </p:nvSpPr>
        <p:spPr>
          <a:xfrm>
            <a:off x="2602377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6" name="Shape 976"/>
          <p:cNvSpPr/>
          <p:nvPr/>
        </p:nvSpPr>
        <p:spPr>
          <a:xfrm>
            <a:off x="2602377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7" name="Shape 977"/>
          <p:cNvSpPr/>
          <p:nvPr/>
        </p:nvSpPr>
        <p:spPr>
          <a:xfrm>
            <a:off x="2602377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8" name="Shape 978"/>
          <p:cNvSpPr/>
          <p:nvPr/>
        </p:nvSpPr>
        <p:spPr>
          <a:xfrm>
            <a:off x="2602377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9" name="Shape 979"/>
          <p:cNvSpPr/>
          <p:nvPr/>
        </p:nvSpPr>
        <p:spPr>
          <a:xfrm>
            <a:off x="2602377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0" name="Shape 980"/>
          <p:cNvSpPr/>
          <p:nvPr/>
        </p:nvSpPr>
        <p:spPr>
          <a:xfrm>
            <a:off x="2602377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1" name="Shape 981"/>
          <p:cNvSpPr/>
          <p:nvPr/>
        </p:nvSpPr>
        <p:spPr>
          <a:xfrm>
            <a:off x="2602377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2" name="Shape 982"/>
          <p:cNvSpPr/>
          <p:nvPr/>
        </p:nvSpPr>
        <p:spPr>
          <a:xfrm>
            <a:off x="2602377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3" name="Shape 983"/>
          <p:cNvSpPr/>
          <p:nvPr/>
        </p:nvSpPr>
        <p:spPr>
          <a:xfrm>
            <a:off x="2617876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4" name="Shape 984"/>
          <p:cNvSpPr/>
          <p:nvPr/>
        </p:nvSpPr>
        <p:spPr>
          <a:xfrm>
            <a:off x="2617876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5" name="Shape 985"/>
          <p:cNvSpPr/>
          <p:nvPr/>
        </p:nvSpPr>
        <p:spPr>
          <a:xfrm>
            <a:off x="2617876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6" name="Shape 986"/>
          <p:cNvSpPr/>
          <p:nvPr/>
        </p:nvSpPr>
        <p:spPr>
          <a:xfrm>
            <a:off x="2617876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7" name="Shape 987"/>
          <p:cNvSpPr/>
          <p:nvPr/>
        </p:nvSpPr>
        <p:spPr>
          <a:xfrm>
            <a:off x="2617876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8" name="Shape 988"/>
          <p:cNvSpPr/>
          <p:nvPr/>
        </p:nvSpPr>
        <p:spPr>
          <a:xfrm>
            <a:off x="2617876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9" name="Shape 989"/>
          <p:cNvSpPr/>
          <p:nvPr/>
        </p:nvSpPr>
        <p:spPr>
          <a:xfrm>
            <a:off x="2617876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0" name="Shape 990"/>
          <p:cNvSpPr/>
          <p:nvPr/>
        </p:nvSpPr>
        <p:spPr>
          <a:xfrm>
            <a:off x="2617876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1" name="Shape 991"/>
          <p:cNvSpPr/>
          <p:nvPr/>
        </p:nvSpPr>
        <p:spPr>
          <a:xfrm>
            <a:off x="2617876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2" name="Shape 992"/>
          <p:cNvSpPr/>
          <p:nvPr/>
        </p:nvSpPr>
        <p:spPr>
          <a:xfrm>
            <a:off x="2617876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3" name="Shape 993"/>
          <p:cNvSpPr/>
          <p:nvPr/>
        </p:nvSpPr>
        <p:spPr>
          <a:xfrm>
            <a:off x="2633376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4" name="Shape 994"/>
          <p:cNvSpPr/>
          <p:nvPr/>
        </p:nvSpPr>
        <p:spPr>
          <a:xfrm>
            <a:off x="2633376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5" name="Shape 995"/>
          <p:cNvSpPr/>
          <p:nvPr/>
        </p:nvSpPr>
        <p:spPr>
          <a:xfrm>
            <a:off x="2633376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6" name="Shape 996"/>
          <p:cNvSpPr/>
          <p:nvPr/>
        </p:nvSpPr>
        <p:spPr>
          <a:xfrm>
            <a:off x="2633376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7" name="Shape 997"/>
          <p:cNvSpPr/>
          <p:nvPr/>
        </p:nvSpPr>
        <p:spPr>
          <a:xfrm>
            <a:off x="2633376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8" name="Shape 998"/>
          <p:cNvSpPr/>
          <p:nvPr/>
        </p:nvSpPr>
        <p:spPr>
          <a:xfrm>
            <a:off x="2633376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9" name="Shape 999"/>
          <p:cNvSpPr/>
          <p:nvPr/>
        </p:nvSpPr>
        <p:spPr>
          <a:xfrm>
            <a:off x="2633376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0" name="Shape 1000"/>
          <p:cNvSpPr/>
          <p:nvPr/>
        </p:nvSpPr>
        <p:spPr>
          <a:xfrm>
            <a:off x="2633376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1" name="Shape 1001"/>
          <p:cNvSpPr/>
          <p:nvPr/>
        </p:nvSpPr>
        <p:spPr>
          <a:xfrm>
            <a:off x="2633376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2" name="Shape 1002"/>
          <p:cNvSpPr/>
          <p:nvPr/>
        </p:nvSpPr>
        <p:spPr>
          <a:xfrm>
            <a:off x="2633376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3" name="Shape 1003"/>
          <p:cNvSpPr/>
          <p:nvPr/>
        </p:nvSpPr>
        <p:spPr>
          <a:xfrm>
            <a:off x="2648875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4" name="Shape 1004"/>
          <p:cNvSpPr/>
          <p:nvPr/>
        </p:nvSpPr>
        <p:spPr>
          <a:xfrm>
            <a:off x="2648875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5" name="Shape 1005"/>
          <p:cNvSpPr/>
          <p:nvPr/>
        </p:nvSpPr>
        <p:spPr>
          <a:xfrm>
            <a:off x="2648875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6" name="Shape 1006"/>
          <p:cNvSpPr/>
          <p:nvPr/>
        </p:nvSpPr>
        <p:spPr>
          <a:xfrm>
            <a:off x="2648875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7" name="Shape 1007"/>
          <p:cNvSpPr/>
          <p:nvPr/>
        </p:nvSpPr>
        <p:spPr>
          <a:xfrm>
            <a:off x="2648875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8" name="Shape 1008"/>
          <p:cNvSpPr/>
          <p:nvPr/>
        </p:nvSpPr>
        <p:spPr>
          <a:xfrm>
            <a:off x="2648875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9" name="Shape 1009"/>
          <p:cNvSpPr/>
          <p:nvPr/>
        </p:nvSpPr>
        <p:spPr>
          <a:xfrm>
            <a:off x="2648875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0" name="Shape 1010"/>
          <p:cNvSpPr/>
          <p:nvPr/>
        </p:nvSpPr>
        <p:spPr>
          <a:xfrm>
            <a:off x="2648875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1" name="Shape 1011"/>
          <p:cNvSpPr/>
          <p:nvPr/>
        </p:nvSpPr>
        <p:spPr>
          <a:xfrm>
            <a:off x="2648875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2" name="Shape 1012"/>
          <p:cNvSpPr/>
          <p:nvPr/>
        </p:nvSpPr>
        <p:spPr>
          <a:xfrm>
            <a:off x="2648875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3" name="Shape 1013"/>
          <p:cNvSpPr/>
          <p:nvPr/>
        </p:nvSpPr>
        <p:spPr>
          <a:xfrm>
            <a:off x="2664374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4" name="Shape 1014"/>
          <p:cNvSpPr/>
          <p:nvPr/>
        </p:nvSpPr>
        <p:spPr>
          <a:xfrm>
            <a:off x="2664374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5" name="Shape 1015"/>
          <p:cNvSpPr/>
          <p:nvPr/>
        </p:nvSpPr>
        <p:spPr>
          <a:xfrm>
            <a:off x="2664374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6" name="Shape 1016"/>
          <p:cNvSpPr/>
          <p:nvPr/>
        </p:nvSpPr>
        <p:spPr>
          <a:xfrm>
            <a:off x="2664374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7" name="Shape 1017"/>
          <p:cNvSpPr/>
          <p:nvPr/>
        </p:nvSpPr>
        <p:spPr>
          <a:xfrm>
            <a:off x="2664374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8" name="Shape 1018"/>
          <p:cNvSpPr/>
          <p:nvPr/>
        </p:nvSpPr>
        <p:spPr>
          <a:xfrm>
            <a:off x="2664374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9" name="Shape 1019"/>
          <p:cNvSpPr/>
          <p:nvPr/>
        </p:nvSpPr>
        <p:spPr>
          <a:xfrm>
            <a:off x="2664374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0" name="Shape 1020"/>
          <p:cNvSpPr/>
          <p:nvPr/>
        </p:nvSpPr>
        <p:spPr>
          <a:xfrm>
            <a:off x="2664374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1" name="Shape 1021"/>
          <p:cNvSpPr/>
          <p:nvPr/>
        </p:nvSpPr>
        <p:spPr>
          <a:xfrm>
            <a:off x="2664374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2" name="Shape 1022"/>
          <p:cNvSpPr/>
          <p:nvPr/>
        </p:nvSpPr>
        <p:spPr>
          <a:xfrm>
            <a:off x="2664374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3" name="Shape 1023"/>
          <p:cNvSpPr/>
          <p:nvPr/>
        </p:nvSpPr>
        <p:spPr>
          <a:xfrm>
            <a:off x="2679873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4" name="Shape 1024"/>
          <p:cNvSpPr/>
          <p:nvPr/>
        </p:nvSpPr>
        <p:spPr>
          <a:xfrm>
            <a:off x="2679873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5" name="Shape 1025"/>
          <p:cNvSpPr/>
          <p:nvPr/>
        </p:nvSpPr>
        <p:spPr>
          <a:xfrm>
            <a:off x="2679873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6" name="Shape 1026"/>
          <p:cNvSpPr/>
          <p:nvPr/>
        </p:nvSpPr>
        <p:spPr>
          <a:xfrm>
            <a:off x="2679873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7" name="Shape 1027"/>
          <p:cNvSpPr/>
          <p:nvPr/>
        </p:nvSpPr>
        <p:spPr>
          <a:xfrm>
            <a:off x="2679873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8" name="Shape 1028"/>
          <p:cNvSpPr/>
          <p:nvPr/>
        </p:nvSpPr>
        <p:spPr>
          <a:xfrm>
            <a:off x="2679873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9" name="Shape 1029"/>
          <p:cNvSpPr/>
          <p:nvPr/>
        </p:nvSpPr>
        <p:spPr>
          <a:xfrm>
            <a:off x="2679873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0" name="Shape 1030"/>
          <p:cNvSpPr/>
          <p:nvPr/>
        </p:nvSpPr>
        <p:spPr>
          <a:xfrm>
            <a:off x="2679873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1" name="Shape 1031"/>
          <p:cNvSpPr/>
          <p:nvPr/>
        </p:nvSpPr>
        <p:spPr>
          <a:xfrm>
            <a:off x="2679873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2" name="Shape 1032"/>
          <p:cNvSpPr/>
          <p:nvPr/>
        </p:nvSpPr>
        <p:spPr>
          <a:xfrm>
            <a:off x="2679873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3" name="Shape 1033"/>
          <p:cNvSpPr/>
          <p:nvPr/>
        </p:nvSpPr>
        <p:spPr>
          <a:xfrm>
            <a:off x="2695372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4" name="Shape 1034"/>
          <p:cNvSpPr/>
          <p:nvPr/>
        </p:nvSpPr>
        <p:spPr>
          <a:xfrm>
            <a:off x="2695372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5" name="Shape 1035"/>
          <p:cNvSpPr/>
          <p:nvPr/>
        </p:nvSpPr>
        <p:spPr>
          <a:xfrm>
            <a:off x="2695372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6" name="Shape 1036"/>
          <p:cNvSpPr/>
          <p:nvPr/>
        </p:nvSpPr>
        <p:spPr>
          <a:xfrm>
            <a:off x="2695372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7" name="Shape 1037"/>
          <p:cNvSpPr/>
          <p:nvPr/>
        </p:nvSpPr>
        <p:spPr>
          <a:xfrm>
            <a:off x="2695372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8" name="Shape 1038"/>
          <p:cNvSpPr/>
          <p:nvPr/>
        </p:nvSpPr>
        <p:spPr>
          <a:xfrm>
            <a:off x="2695372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9" name="Shape 1039"/>
          <p:cNvSpPr/>
          <p:nvPr/>
        </p:nvSpPr>
        <p:spPr>
          <a:xfrm>
            <a:off x="2695372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0" name="Shape 1040"/>
          <p:cNvSpPr/>
          <p:nvPr/>
        </p:nvSpPr>
        <p:spPr>
          <a:xfrm>
            <a:off x="2695372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1" name="Shape 1041"/>
          <p:cNvSpPr/>
          <p:nvPr/>
        </p:nvSpPr>
        <p:spPr>
          <a:xfrm>
            <a:off x="2695372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2" name="Shape 1042"/>
          <p:cNvSpPr/>
          <p:nvPr/>
        </p:nvSpPr>
        <p:spPr>
          <a:xfrm>
            <a:off x="2695372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3" name="Shape 1043"/>
          <p:cNvSpPr/>
          <p:nvPr/>
        </p:nvSpPr>
        <p:spPr>
          <a:xfrm>
            <a:off x="2710871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4" name="Shape 1044"/>
          <p:cNvSpPr/>
          <p:nvPr/>
        </p:nvSpPr>
        <p:spPr>
          <a:xfrm>
            <a:off x="2710871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5" name="Shape 1045"/>
          <p:cNvSpPr/>
          <p:nvPr/>
        </p:nvSpPr>
        <p:spPr>
          <a:xfrm>
            <a:off x="2710871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6" name="Shape 1046"/>
          <p:cNvSpPr/>
          <p:nvPr/>
        </p:nvSpPr>
        <p:spPr>
          <a:xfrm>
            <a:off x="2710871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7" name="Shape 1047"/>
          <p:cNvSpPr/>
          <p:nvPr/>
        </p:nvSpPr>
        <p:spPr>
          <a:xfrm>
            <a:off x="2710871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8" name="Shape 1048"/>
          <p:cNvSpPr/>
          <p:nvPr/>
        </p:nvSpPr>
        <p:spPr>
          <a:xfrm>
            <a:off x="27108714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79" name="Shape 1049"/>
          <p:cNvSpPr/>
          <p:nvPr/>
        </p:nvSpPr>
        <p:spPr>
          <a:xfrm>
            <a:off x="27108714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0" name="Shape 1050"/>
          <p:cNvSpPr/>
          <p:nvPr/>
        </p:nvSpPr>
        <p:spPr>
          <a:xfrm>
            <a:off x="27108714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1" name="Shape 1051"/>
          <p:cNvSpPr/>
          <p:nvPr/>
        </p:nvSpPr>
        <p:spPr>
          <a:xfrm>
            <a:off x="27108714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2" name="Shape 1052"/>
          <p:cNvSpPr/>
          <p:nvPr/>
        </p:nvSpPr>
        <p:spPr>
          <a:xfrm>
            <a:off x="27108714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3" name="Shape 1053"/>
          <p:cNvSpPr/>
          <p:nvPr/>
        </p:nvSpPr>
        <p:spPr>
          <a:xfrm>
            <a:off x="27263705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4" name="Shape 1054"/>
          <p:cNvSpPr/>
          <p:nvPr/>
        </p:nvSpPr>
        <p:spPr>
          <a:xfrm>
            <a:off x="27263705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5" name="Shape 1055"/>
          <p:cNvSpPr/>
          <p:nvPr/>
        </p:nvSpPr>
        <p:spPr>
          <a:xfrm>
            <a:off x="27263705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6" name="Shape 1056"/>
          <p:cNvSpPr/>
          <p:nvPr/>
        </p:nvSpPr>
        <p:spPr>
          <a:xfrm>
            <a:off x="27263705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7" name="Shape 1057"/>
          <p:cNvSpPr/>
          <p:nvPr/>
        </p:nvSpPr>
        <p:spPr>
          <a:xfrm>
            <a:off x="27263705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8" name="Shape 1058"/>
          <p:cNvSpPr/>
          <p:nvPr/>
        </p:nvSpPr>
        <p:spPr>
          <a:xfrm>
            <a:off x="27263705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9" name="Shape 1059"/>
          <p:cNvSpPr/>
          <p:nvPr/>
        </p:nvSpPr>
        <p:spPr>
          <a:xfrm>
            <a:off x="27263705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0" name="Shape 1060"/>
          <p:cNvSpPr/>
          <p:nvPr/>
        </p:nvSpPr>
        <p:spPr>
          <a:xfrm>
            <a:off x="27263705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1" name="Shape 1061"/>
          <p:cNvSpPr/>
          <p:nvPr/>
        </p:nvSpPr>
        <p:spPr>
          <a:xfrm>
            <a:off x="27263705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2" name="Shape 1062"/>
          <p:cNvSpPr/>
          <p:nvPr/>
        </p:nvSpPr>
        <p:spPr>
          <a:xfrm>
            <a:off x="27263705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3" name="Shape 1063"/>
          <p:cNvSpPr/>
          <p:nvPr/>
        </p:nvSpPr>
        <p:spPr>
          <a:xfrm>
            <a:off x="27418695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4" name="Shape 1064"/>
          <p:cNvSpPr/>
          <p:nvPr/>
        </p:nvSpPr>
        <p:spPr>
          <a:xfrm>
            <a:off x="27418695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5" name="Shape 1065"/>
          <p:cNvSpPr/>
          <p:nvPr/>
        </p:nvSpPr>
        <p:spPr>
          <a:xfrm>
            <a:off x="27418695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6" name="Shape 1066"/>
          <p:cNvSpPr/>
          <p:nvPr/>
        </p:nvSpPr>
        <p:spPr>
          <a:xfrm>
            <a:off x="27418695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7" name="Shape 1067"/>
          <p:cNvSpPr/>
          <p:nvPr/>
        </p:nvSpPr>
        <p:spPr>
          <a:xfrm>
            <a:off x="27418695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8" name="Shape 1068"/>
          <p:cNvSpPr/>
          <p:nvPr/>
        </p:nvSpPr>
        <p:spPr>
          <a:xfrm>
            <a:off x="27418695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9" name="Shape 1069"/>
          <p:cNvSpPr/>
          <p:nvPr/>
        </p:nvSpPr>
        <p:spPr>
          <a:xfrm>
            <a:off x="27418695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0" name="Shape 1070"/>
          <p:cNvSpPr/>
          <p:nvPr/>
        </p:nvSpPr>
        <p:spPr>
          <a:xfrm>
            <a:off x="27418695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1" name="Shape 1071"/>
          <p:cNvSpPr/>
          <p:nvPr/>
        </p:nvSpPr>
        <p:spPr>
          <a:xfrm>
            <a:off x="27418695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2" name="Shape 1072"/>
          <p:cNvSpPr/>
          <p:nvPr/>
        </p:nvSpPr>
        <p:spPr>
          <a:xfrm>
            <a:off x="27418695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3" name="Shape 1073"/>
          <p:cNvSpPr/>
          <p:nvPr/>
        </p:nvSpPr>
        <p:spPr>
          <a:xfrm>
            <a:off x="27573686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4" name="Shape 1074"/>
          <p:cNvSpPr/>
          <p:nvPr/>
        </p:nvSpPr>
        <p:spPr>
          <a:xfrm>
            <a:off x="27573686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5" name="Shape 1075"/>
          <p:cNvSpPr/>
          <p:nvPr/>
        </p:nvSpPr>
        <p:spPr>
          <a:xfrm>
            <a:off x="27573686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6" name="Shape 1076"/>
          <p:cNvSpPr/>
          <p:nvPr/>
        </p:nvSpPr>
        <p:spPr>
          <a:xfrm>
            <a:off x="27573686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7" name="Shape 1077"/>
          <p:cNvSpPr/>
          <p:nvPr/>
        </p:nvSpPr>
        <p:spPr>
          <a:xfrm>
            <a:off x="27573686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8" name="Shape 1078"/>
          <p:cNvSpPr/>
          <p:nvPr/>
        </p:nvSpPr>
        <p:spPr>
          <a:xfrm>
            <a:off x="27573686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9" name="Shape 1079"/>
          <p:cNvSpPr/>
          <p:nvPr/>
        </p:nvSpPr>
        <p:spPr>
          <a:xfrm>
            <a:off x="27573686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0" name="Shape 1080"/>
          <p:cNvSpPr/>
          <p:nvPr/>
        </p:nvSpPr>
        <p:spPr>
          <a:xfrm>
            <a:off x="27573686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1" name="Shape 1081"/>
          <p:cNvSpPr/>
          <p:nvPr/>
        </p:nvSpPr>
        <p:spPr>
          <a:xfrm>
            <a:off x="27573686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2" name="Shape 1082"/>
          <p:cNvSpPr/>
          <p:nvPr/>
        </p:nvSpPr>
        <p:spPr>
          <a:xfrm>
            <a:off x="27573686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3" name="Shape 1083"/>
          <p:cNvSpPr/>
          <p:nvPr/>
        </p:nvSpPr>
        <p:spPr>
          <a:xfrm>
            <a:off x="27728677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4" name="Shape 1084"/>
          <p:cNvSpPr/>
          <p:nvPr/>
        </p:nvSpPr>
        <p:spPr>
          <a:xfrm>
            <a:off x="27728677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5" name="Shape 1085"/>
          <p:cNvSpPr/>
          <p:nvPr/>
        </p:nvSpPr>
        <p:spPr>
          <a:xfrm>
            <a:off x="27728677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6" name="Shape 1086"/>
          <p:cNvSpPr/>
          <p:nvPr/>
        </p:nvSpPr>
        <p:spPr>
          <a:xfrm>
            <a:off x="27728677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7" name="Shape 1087"/>
          <p:cNvSpPr/>
          <p:nvPr/>
        </p:nvSpPr>
        <p:spPr>
          <a:xfrm>
            <a:off x="27728677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8" name="Shape 1088"/>
          <p:cNvSpPr/>
          <p:nvPr/>
        </p:nvSpPr>
        <p:spPr>
          <a:xfrm>
            <a:off x="27728677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9" name="Shape 1089"/>
          <p:cNvSpPr/>
          <p:nvPr/>
        </p:nvSpPr>
        <p:spPr>
          <a:xfrm>
            <a:off x="27728677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0" name="Shape 1090"/>
          <p:cNvSpPr/>
          <p:nvPr/>
        </p:nvSpPr>
        <p:spPr>
          <a:xfrm>
            <a:off x="27728677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1" name="Shape 1091"/>
          <p:cNvSpPr/>
          <p:nvPr/>
        </p:nvSpPr>
        <p:spPr>
          <a:xfrm>
            <a:off x="27728677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2" name="Shape 1092"/>
          <p:cNvSpPr/>
          <p:nvPr/>
        </p:nvSpPr>
        <p:spPr>
          <a:xfrm>
            <a:off x="27728677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3" name="Shape 1093"/>
          <p:cNvSpPr/>
          <p:nvPr/>
        </p:nvSpPr>
        <p:spPr>
          <a:xfrm>
            <a:off x="27883668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4" name="Shape 1094"/>
          <p:cNvSpPr/>
          <p:nvPr/>
        </p:nvSpPr>
        <p:spPr>
          <a:xfrm>
            <a:off x="27883668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5" name="Shape 1095"/>
          <p:cNvSpPr/>
          <p:nvPr/>
        </p:nvSpPr>
        <p:spPr>
          <a:xfrm>
            <a:off x="27883668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6" name="Shape 1096"/>
          <p:cNvSpPr/>
          <p:nvPr/>
        </p:nvSpPr>
        <p:spPr>
          <a:xfrm>
            <a:off x="27883668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7" name="Shape 1097"/>
          <p:cNvSpPr/>
          <p:nvPr/>
        </p:nvSpPr>
        <p:spPr>
          <a:xfrm>
            <a:off x="27883668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8" name="Shape 1098"/>
          <p:cNvSpPr/>
          <p:nvPr/>
        </p:nvSpPr>
        <p:spPr>
          <a:xfrm>
            <a:off x="27883668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9" name="Shape 1099"/>
          <p:cNvSpPr/>
          <p:nvPr/>
        </p:nvSpPr>
        <p:spPr>
          <a:xfrm>
            <a:off x="27883668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0" name="Shape 1100"/>
          <p:cNvSpPr/>
          <p:nvPr/>
        </p:nvSpPr>
        <p:spPr>
          <a:xfrm>
            <a:off x="27883668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1" name="Shape 1101"/>
          <p:cNvSpPr/>
          <p:nvPr/>
        </p:nvSpPr>
        <p:spPr>
          <a:xfrm>
            <a:off x="27883668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2" name="Shape 1102"/>
          <p:cNvSpPr/>
          <p:nvPr/>
        </p:nvSpPr>
        <p:spPr>
          <a:xfrm>
            <a:off x="27883668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3" name="Shape 1103"/>
          <p:cNvSpPr/>
          <p:nvPr/>
        </p:nvSpPr>
        <p:spPr>
          <a:xfrm>
            <a:off x="28038659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4" name="Shape 1104"/>
          <p:cNvSpPr/>
          <p:nvPr/>
        </p:nvSpPr>
        <p:spPr>
          <a:xfrm>
            <a:off x="28038659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5" name="Shape 1105"/>
          <p:cNvSpPr/>
          <p:nvPr/>
        </p:nvSpPr>
        <p:spPr>
          <a:xfrm>
            <a:off x="28038659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6" name="Shape 1106"/>
          <p:cNvSpPr/>
          <p:nvPr/>
        </p:nvSpPr>
        <p:spPr>
          <a:xfrm>
            <a:off x="28038659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7" name="Shape 1107"/>
          <p:cNvSpPr/>
          <p:nvPr/>
        </p:nvSpPr>
        <p:spPr>
          <a:xfrm>
            <a:off x="28038659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8" name="Shape 1108"/>
          <p:cNvSpPr/>
          <p:nvPr/>
        </p:nvSpPr>
        <p:spPr>
          <a:xfrm>
            <a:off x="28038659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9" name="Shape 1109"/>
          <p:cNvSpPr/>
          <p:nvPr/>
        </p:nvSpPr>
        <p:spPr>
          <a:xfrm>
            <a:off x="28038659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0" name="Shape 1110"/>
          <p:cNvSpPr/>
          <p:nvPr/>
        </p:nvSpPr>
        <p:spPr>
          <a:xfrm>
            <a:off x="28038659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1" name="Shape 1111"/>
          <p:cNvSpPr/>
          <p:nvPr/>
        </p:nvSpPr>
        <p:spPr>
          <a:xfrm>
            <a:off x="28038659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2" name="Shape 1112"/>
          <p:cNvSpPr/>
          <p:nvPr/>
        </p:nvSpPr>
        <p:spPr>
          <a:xfrm>
            <a:off x="28038659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3" name="Shape 1113"/>
          <p:cNvSpPr/>
          <p:nvPr/>
        </p:nvSpPr>
        <p:spPr>
          <a:xfrm>
            <a:off x="28193649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4" name="Shape 1114"/>
          <p:cNvSpPr/>
          <p:nvPr/>
        </p:nvSpPr>
        <p:spPr>
          <a:xfrm>
            <a:off x="28193649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5" name="Shape 1115"/>
          <p:cNvSpPr/>
          <p:nvPr/>
        </p:nvSpPr>
        <p:spPr>
          <a:xfrm>
            <a:off x="28193649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6" name="Shape 1116"/>
          <p:cNvSpPr/>
          <p:nvPr/>
        </p:nvSpPr>
        <p:spPr>
          <a:xfrm>
            <a:off x="28193649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7" name="Shape 1117"/>
          <p:cNvSpPr/>
          <p:nvPr/>
        </p:nvSpPr>
        <p:spPr>
          <a:xfrm>
            <a:off x="28193649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8" name="Shape 1118"/>
          <p:cNvSpPr/>
          <p:nvPr/>
        </p:nvSpPr>
        <p:spPr>
          <a:xfrm>
            <a:off x="28193649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9" name="Shape 1119"/>
          <p:cNvSpPr/>
          <p:nvPr/>
        </p:nvSpPr>
        <p:spPr>
          <a:xfrm>
            <a:off x="28193649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0" name="Shape 1120"/>
          <p:cNvSpPr/>
          <p:nvPr/>
        </p:nvSpPr>
        <p:spPr>
          <a:xfrm>
            <a:off x="28193649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1" name="Shape 1121"/>
          <p:cNvSpPr/>
          <p:nvPr/>
        </p:nvSpPr>
        <p:spPr>
          <a:xfrm>
            <a:off x="28193649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2" name="Shape 1122"/>
          <p:cNvSpPr/>
          <p:nvPr/>
        </p:nvSpPr>
        <p:spPr>
          <a:xfrm>
            <a:off x="28193649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3" name="Shape 1123"/>
          <p:cNvSpPr/>
          <p:nvPr/>
        </p:nvSpPr>
        <p:spPr>
          <a:xfrm>
            <a:off x="28348640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4" name="Shape 1124"/>
          <p:cNvSpPr/>
          <p:nvPr/>
        </p:nvSpPr>
        <p:spPr>
          <a:xfrm>
            <a:off x="28348640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5" name="Shape 1125"/>
          <p:cNvSpPr/>
          <p:nvPr/>
        </p:nvSpPr>
        <p:spPr>
          <a:xfrm>
            <a:off x="28348640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6" name="Shape 1126"/>
          <p:cNvSpPr/>
          <p:nvPr/>
        </p:nvSpPr>
        <p:spPr>
          <a:xfrm>
            <a:off x="28348640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7" name="Shape 1127"/>
          <p:cNvSpPr/>
          <p:nvPr/>
        </p:nvSpPr>
        <p:spPr>
          <a:xfrm>
            <a:off x="28348640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8" name="Shape 1128"/>
          <p:cNvSpPr/>
          <p:nvPr/>
        </p:nvSpPr>
        <p:spPr>
          <a:xfrm>
            <a:off x="28348640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9" name="Shape 1129"/>
          <p:cNvSpPr/>
          <p:nvPr/>
        </p:nvSpPr>
        <p:spPr>
          <a:xfrm>
            <a:off x="28348640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0" name="Shape 1130"/>
          <p:cNvSpPr/>
          <p:nvPr/>
        </p:nvSpPr>
        <p:spPr>
          <a:xfrm>
            <a:off x="28348640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1" name="Shape 1131"/>
          <p:cNvSpPr/>
          <p:nvPr/>
        </p:nvSpPr>
        <p:spPr>
          <a:xfrm>
            <a:off x="28348640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2" name="Shape 1132"/>
          <p:cNvSpPr/>
          <p:nvPr/>
        </p:nvSpPr>
        <p:spPr>
          <a:xfrm>
            <a:off x="28348640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3" name="Shape 1133"/>
          <p:cNvSpPr/>
          <p:nvPr/>
        </p:nvSpPr>
        <p:spPr>
          <a:xfrm>
            <a:off x="28503631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4" name="Shape 1134"/>
          <p:cNvSpPr/>
          <p:nvPr/>
        </p:nvSpPr>
        <p:spPr>
          <a:xfrm>
            <a:off x="28503631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5" name="Shape 1135"/>
          <p:cNvSpPr/>
          <p:nvPr/>
        </p:nvSpPr>
        <p:spPr>
          <a:xfrm>
            <a:off x="28503631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6" name="Shape 1136"/>
          <p:cNvSpPr/>
          <p:nvPr/>
        </p:nvSpPr>
        <p:spPr>
          <a:xfrm>
            <a:off x="28503631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7" name="Shape 1137"/>
          <p:cNvSpPr/>
          <p:nvPr/>
        </p:nvSpPr>
        <p:spPr>
          <a:xfrm>
            <a:off x="28503631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8" name="Shape 1138"/>
          <p:cNvSpPr/>
          <p:nvPr/>
        </p:nvSpPr>
        <p:spPr>
          <a:xfrm>
            <a:off x="28503631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9" name="Shape 1139"/>
          <p:cNvSpPr/>
          <p:nvPr/>
        </p:nvSpPr>
        <p:spPr>
          <a:xfrm>
            <a:off x="28503631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0" name="Shape 1140"/>
          <p:cNvSpPr/>
          <p:nvPr/>
        </p:nvSpPr>
        <p:spPr>
          <a:xfrm>
            <a:off x="28503631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1" name="Shape 1141"/>
          <p:cNvSpPr/>
          <p:nvPr/>
        </p:nvSpPr>
        <p:spPr>
          <a:xfrm>
            <a:off x="28503631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2" name="Shape 1142"/>
          <p:cNvSpPr/>
          <p:nvPr/>
        </p:nvSpPr>
        <p:spPr>
          <a:xfrm>
            <a:off x="28503631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3" name="Shape 1143"/>
          <p:cNvSpPr/>
          <p:nvPr/>
        </p:nvSpPr>
        <p:spPr>
          <a:xfrm>
            <a:off x="28658622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4" name="Shape 1144"/>
          <p:cNvSpPr/>
          <p:nvPr/>
        </p:nvSpPr>
        <p:spPr>
          <a:xfrm>
            <a:off x="28658622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5" name="Shape 1145"/>
          <p:cNvSpPr/>
          <p:nvPr/>
        </p:nvSpPr>
        <p:spPr>
          <a:xfrm>
            <a:off x="28658622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6" name="Shape 1146"/>
          <p:cNvSpPr/>
          <p:nvPr/>
        </p:nvSpPr>
        <p:spPr>
          <a:xfrm>
            <a:off x="28658622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7" name="Shape 1147"/>
          <p:cNvSpPr/>
          <p:nvPr/>
        </p:nvSpPr>
        <p:spPr>
          <a:xfrm>
            <a:off x="28658622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8" name="Shape 1148"/>
          <p:cNvSpPr/>
          <p:nvPr/>
        </p:nvSpPr>
        <p:spPr>
          <a:xfrm>
            <a:off x="28658622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9" name="Shape 1149"/>
          <p:cNvSpPr/>
          <p:nvPr/>
        </p:nvSpPr>
        <p:spPr>
          <a:xfrm>
            <a:off x="28658622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0" name="Shape 1150"/>
          <p:cNvSpPr/>
          <p:nvPr/>
        </p:nvSpPr>
        <p:spPr>
          <a:xfrm>
            <a:off x="28658622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1" name="Shape 1151"/>
          <p:cNvSpPr/>
          <p:nvPr/>
        </p:nvSpPr>
        <p:spPr>
          <a:xfrm>
            <a:off x="28658622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2" name="Shape 1152"/>
          <p:cNvSpPr/>
          <p:nvPr/>
        </p:nvSpPr>
        <p:spPr>
          <a:xfrm>
            <a:off x="28658622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3" name="Shape 1153"/>
          <p:cNvSpPr/>
          <p:nvPr/>
        </p:nvSpPr>
        <p:spPr>
          <a:xfrm>
            <a:off x="28813613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4" name="Shape 1154"/>
          <p:cNvSpPr/>
          <p:nvPr/>
        </p:nvSpPr>
        <p:spPr>
          <a:xfrm>
            <a:off x="28813613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5" name="Shape 1155"/>
          <p:cNvSpPr/>
          <p:nvPr/>
        </p:nvSpPr>
        <p:spPr>
          <a:xfrm>
            <a:off x="28813613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6" name="Shape 1156"/>
          <p:cNvSpPr/>
          <p:nvPr/>
        </p:nvSpPr>
        <p:spPr>
          <a:xfrm>
            <a:off x="28813613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7" name="Shape 1157"/>
          <p:cNvSpPr/>
          <p:nvPr/>
        </p:nvSpPr>
        <p:spPr>
          <a:xfrm>
            <a:off x="28813613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8" name="Shape 1158"/>
          <p:cNvSpPr/>
          <p:nvPr/>
        </p:nvSpPr>
        <p:spPr>
          <a:xfrm>
            <a:off x="28813613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9" name="Shape 1159"/>
          <p:cNvSpPr/>
          <p:nvPr/>
        </p:nvSpPr>
        <p:spPr>
          <a:xfrm>
            <a:off x="28813613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0" name="Shape 1160"/>
          <p:cNvSpPr/>
          <p:nvPr/>
        </p:nvSpPr>
        <p:spPr>
          <a:xfrm>
            <a:off x="28813613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1" name="Shape 1161"/>
          <p:cNvSpPr/>
          <p:nvPr/>
        </p:nvSpPr>
        <p:spPr>
          <a:xfrm>
            <a:off x="28813613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2" name="Shape 1162"/>
          <p:cNvSpPr/>
          <p:nvPr/>
        </p:nvSpPr>
        <p:spPr>
          <a:xfrm>
            <a:off x="28813613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3" name="Shape 1163"/>
          <p:cNvSpPr/>
          <p:nvPr/>
        </p:nvSpPr>
        <p:spPr>
          <a:xfrm>
            <a:off x="28968603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4" name="Shape 1164"/>
          <p:cNvSpPr/>
          <p:nvPr/>
        </p:nvSpPr>
        <p:spPr>
          <a:xfrm>
            <a:off x="28968603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5" name="Shape 1165"/>
          <p:cNvSpPr/>
          <p:nvPr/>
        </p:nvSpPr>
        <p:spPr>
          <a:xfrm>
            <a:off x="28968603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6" name="Shape 1166"/>
          <p:cNvSpPr/>
          <p:nvPr/>
        </p:nvSpPr>
        <p:spPr>
          <a:xfrm>
            <a:off x="28968603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7" name="Shape 1167"/>
          <p:cNvSpPr/>
          <p:nvPr/>
        </p:nvSpPr>
        <p:spPr>
          <a:xfrm>
            <a:off x="28968603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8" name="Shape 1168"/>
          <p:cNvSpPr/>
          <p:nvPr/>
        </p:nvSpPr>
        <p:spPr>
          <a:xfrm>
            <a:off x="28968603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9" name="Shape 1169"/>
          <p:cNvSpPr/>
          <p:nvPr/>
        </p:nvSpPr>
        <p:spPr>
          <a:xfrm>
            <a:off x="28968603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0" name="Shape 1170"/>
          <p:cNvSpPr/>
          <p:nvPr/>
        </p:nvSpPr>
        <p:spPr>
          <a:xfrm>
            <a:off x="28968603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1" name="Shape 1171"/>
          <p:cNvSpPr/>
          <p:nvPr/>
        </p:nvSpPr>
        <p:spPr>
          <a:xfrm>
            <a:off x="28968603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2" name="Shape 1172"/>
          <p:cNvSpPr/>
          <p:nvPr/>
        </p:nvSpPr>
        <p:spPr>
          <a:xfrm>
            <a:off x="28968603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3" name="Shape 1173"/>
          <p:cNvSpPr/>
          <p:nvPr/>
        </p:nvSpPr>
        <p:spPr>
          <a:xfrm>
            <a:off x="29123594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4" name="Shape 1174"/>
          <p:cNvSpPr/>
          <p:nvPr/>
        </p:nvSpPr>
        <p:spPr>
          <a:xfrm>
            <a:off x="29123594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5" name="Shape 1175"/>
          <p:cNvSpPr/>
          <p:nvPr/>
        </p:nvSpPr>
        <p:spPr>
          <a:xfrm>
            <a:off x="29123594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6" name="Shape 1176"/>
          <p:cNvSpPr/>
          <p:nvPr/>
        </p:nvSpPr>
        <p:spPr>
          <a:xfrm>
            <a:off x="29123594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7" name="Shape 1177"/>
          <p:cNvSpPr/>
          <p:nvPr/>
        </p:nvSpPr>
        <p:spPr>
          <a:xfrm>
            <a:off x="29123594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8" name="Shape 1178"/>
          <p:cNvSpPr/>
          <p:nvPr/>
        </p:nvSpPr>
        <p:spPr>
          <a:xfrm>
            <a:off x="29123594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9" name="Shape 1179"/>
          <p:cNvSpPr/>
          <p:nvPr/>
        </p:nvSpPr>
        <p:spPr>
          <a:xfrm>
            <a:off x="29123594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0" name="Shape 1180"/>
          <p:cNvSpPr/>
          <p:nvPr/>
        </p:nvSpPr>
        <p:spPr>
          <a:xfrm>
            <a:off x="29123594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1" name="Shape 1181"/>
          <p:cNvSpPr/>
          <p:nvPr/>
        </p:nvSpPr>
        <p:spPr>
          <a:xfrm>
            <a:off x="29123594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2" name="Shape 1182"/>
          <p:cNvSpPr/>
          <p:nvPr/>
        </p:nvSpPr>
        <p:spPr>
          <a:xfrm>
            <a:off x="29123594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3" name="Shape 1183"/>
          <p:cNvSpPr/>
          <p:nvPr/>
        </p:nvSpPr>
        <p:spPr>
          <a:xfrm>
            <a:off x="29278585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4" name="Shape 1184"/>
          <p:cNvSpPr/>
          <p:nvPr/>
        </p:nvSpPr>
        <p:spPr>
          <a:xfrm>
            <a:off x="29278585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5" name="Shape 1185"/>
          <p:cNvSpPr/>
          <p:nvPr/>
        </p:nvSpPr>
        <p:spPr>
          <a:xfrm>
            <a:off x="29278585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6" name="Shape 1186"/>
          <p:cNvSpPr/>
          <p:nvPr/>
        </p:nvSpPr>
        <p:spPr>
          <a:xfrm>
            <a:off x="29278585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7" name="Shape 1187"/>
          <p:cNvSpPr/>
          <p:nvPr/>
        </p:nvSpPr>
        <p:spPr>
          <a:xfrm>
            <a:off x="29278585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8" name="Shape 1188"/>
          <p:cNvSpPr/>
          <p:nvPr/>
        </p:nvSpPr>
        <p:spPr>
          <a:xfrm>
            <a:off x="29278585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9" name="Shape 1189"/>
          <p:cNvSpPr/>
          <p:nvPr/>
        </p:nvSpPr>
        <p:spPr>
          <a:xfrm>
            <a:off x="29278585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0" name="Shape 1190"/>
          <p:cNvSpPr/>
          <p:nvPr/>
        </p:nvSpPr>
        <p:spPr>
          <a:xfrm>
            <a:off x="29278585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1" name="Shape 1191"/>
          <p:cNvSpPr/>
          <p:nvPr/>
        </p:nvSpPr>
        <p:spPr>
          <a:xfrm>
            <a:off x="29278585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2" name="Shape 1192"/>
          <p:cNvSpPr/>
          <p:nvPr/>
        </p:nvSpPr>
        <p:spPr>
          <a:xfrm>
            <a:off x="29278585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3" name="Shape 1193"/>
          <p:cNvSpPr/>
          <p:nvPr/>
        </p:nvSpPr>
        <p:spPr>
          <a:xfrm>
            <a:off x="29433576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4" name="Shape 1194"/>
          <p:cNvSpPr/>
          <p:nvPr/>
        </p:nvSpPr>
        <p:spPr>
          <a:xfrm>
            <a:off x="29433576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5" name="Shape 1195"/>
          <p:cNvSpPr/>
          <p:nvPr/>
        </p:nvSpPr>
        <p:spPr>
          <a:xfrm>
            <a:off x="29433576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6" name="Shape 1196"/>
          <p:cNvSpPr/>
          <p:nvPr/>
        </p:nvSpPr>
        <p:spPr>
          <a:xfrm>
            <a:off x="29433576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7" name="Shape 1197"/>
          <p:cNvSpPr/>
          <p:nvPr/>
        </p:nvSpPr>
        <p:spPr>
          <a:xfrm>
            <a:off x="29433576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8" name="Shape 1198"/>
          <p:cNvSpPr/>
          <p:nvPr/>
        </p:nvSpPr>
        <p:spPr>
          <a:xfrm>
            <a:off x="29433576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9" name="Shape 1199"/>
          <p:cNvSpPr/>
          <p:nvPr/>
        </p:nvSpPr>
        <p:spPr>
          <a:xfrm>
            <a:off x="29433576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0" name="Shape 1200"/>
          <p:cNvSpPr/>
          <p:nvPr/>
        </p:nvSpPr>
        <p:spPr>
          <a:xfrm>
            <a:off x="29433576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1" name="Shape 1201"/>
          <p:cNvSpPr/>
          <p:nvPr/>
        </p:nvSpPr>
        <p:spPr>
          <a:xfrm>
            <a:off x="29433576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2" name="Shape 1202"/>
          <p:cNvSpPr/>
          <p:nvPr/>
        </p:nvSpPr>
        <p:spPr>
          <a:xfrm>
            <a:off x="29433576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3" name="Shape 1203"/>
          <p:cNvSpPr/>
          <p:nvPr/>
        </p:nvSpPr>
        <p:spPr>
          <a:xfrm>
            <a:off x="29588567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4" name="Shape 1204"/>
          <p:cNvSpPr/>
          <p:nvPr/>
        </p:nvSpPr>
        <p:spPr>
          <a:xfrm>
            <a:off x="29588567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5" name="Shape 1205"/>
          <p:cNvSpPr/>
          <p:nvPr/>
        </p:nvSpPr>
        <p:spPr>
          <a:xfrm>
            <a:off x="29588567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6" name="Shape 1206"/>
          <p:cNvSpPr/>
          <p:nvPr/>
        </p:nvSpPr>
        <p:spPr>
          <a:xfrm>
            <a:off x="29588567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7" name="Shape 1207"/>
          <p:cNvSpPr/>
          <p:nvPr/>
        </p:nvSpPr>
        <p:spPr>
          <a:xfrm>
            <a:off x="29588567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8" name="Shape 1208"/>
          <p:cNvSpPr/>
          <p:nvPr/>
        </p:nvSpPr>
        <p:spPr>
          <a:xfrm>
            <a:off x="29588567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9" name="Shape 1209"/>
          <p:cNvSpPr/>
          <p:nvPr/>
        </p:nvSpPr>
        <p:spPr>
          <a:xfrm>
            <a:off x="29588567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0" name="Shape 1210"/>
          <p:cNvSpPr/>
          <p:nvPr/>
        </p:nvSpPr>
        <p:spPr>
          <a:xfrm>
            <a:off x="29588567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1" name="Shape 1211"/>
          <p:cNvSpPr/>
          <p:nvPr/>
        </p:nvSpPr>
        <p:spPr>
          <a:xfrm>
            <a:off x="29588567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2" name="Shape 1212"/>
          <p:cNvSpPr/>
          <p:nvPr/>
        </p:nvSpPr>
        <p:spPr>
          <a:xfrm>
            <a:off x="29588567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3" name="Shape 1213"/>
          <p:cNvSpPr/>
          <p:nvPr/>
        </p:nvSpPr>
        <p:spPr>
          <a:xfrm>
            <a:off x="29743557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4" name="Shape 1214"/>
          <p:cNvSpPr/>
          <p:nvPr/>
        </p:nvSpPr>
        <p:spPr>
          <a:xfrm>
            <a:off x="29743557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5" name="Shape 1215"/>
          <p:cNvSpPr/>
          <p:nvPr/>
        </p:nvSpPr>
        <p:spPr>
          <a:xfrm>
            <a:off x="29743557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6" name="Shape 1216"/>
          <p:cNvSpPr/>
          <p:nvPr/>
        </p:nvSpPr>
        <p:spPr>
          <a:xfrm>
            <a:off x="29743557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7" name="Shape 1217"/>
          <p:cNvSpPr/>
          <p:nvPr/>
        </p:nvSpPr>
        <p:spPr>
          <a:xfrm>
            <a:off x="29743557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8" name="Shape 1218"/>
          <p:cNvSpPr/>
          <p:nvPr/>
        </p:nvSpPr>
        <p:spPr>
          <a:xfrm>
            <a:off x="29743557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9" name="Shape 1219"/>
          <p:cNvSpPr/>
          <p:nvPr/>
        </p:nvSpPr>
        <p:spPr>
          <a:xfrm>
            <a:off x="29743557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0" name="Shape 1220"/>
          <p:cNvSpPr/>
          <p:nvPr/>
        </p:nvSpPr>
        <p:spPr>
          <a:xfrm>
            <a:off x="29743557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1" name="Shape 1221"/>
          <p:cNvSpPr/>
          <p:nvPr/>
        </p:nvSpPr>
        <p:spPr>
          <a:xfrm>
            <a:off x="29743557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2" name="Shape 1222"/>
          <p:cNvSpPr/>
          <p:nvPr/>
        </p:nvSpPr>
        <p:spPr>
          <a:xfrm>
            <a:off x="29743557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3" name="Shape 1223"/>
          <p:cNvSpPr/>
          <p:nvPr/>
        </p:nvSpPr>
        <p:spPr>
          <a:xfrm>
            <a:off x="29898548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4" name="Shape 1224"/>
          <p:cNvSpPr/>
          <p:nvPr/>
        </p:nvSpPr>
        <p:spPr>
          <a:xfrm>
            <a:off x="29898548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5" name="Shape 1225"/>
          <p:cNvSpPr/>
          <p:nvPr/>
        </p:nvSpPr>
        <p:spPr>
          <a:xfrm>
            <a:off x="29898548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6" name="Shape 1226"/>
          <p:cNvSpPr/>
          <p:nvPr/>
        </p:nvSpPr>
        <p:spPr>
          <a:xfrm>
            <a:off x="29898548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7" name="Shape 1227"/>
          <p:cNvSpPr/>
          <p:nvPr/>
        </p:nvSpPr>
        <p:spPr>
          <a:xfrm>
            <a:off x="29898548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8" name="Shape 1228"/>
          <p:cNvSpPr/>
          <p:nvPr/>
        </p:nvSpPr>
        <p:spPr>
          <a:xfrm>
            <a:off x="29898548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9" name="Shape 1229"/>
          <p:cNvSpPr/>
          <p:nvPr/>
        </p:nvSpPr>
        <p:spPr>
          <a:xfrm>
            <a:off x="29898548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0" name="Shape 1230"/>
          <p:cNvSpPr/>
          <p:nvPr/>
        </p:nvSpPr>
        <p:spPr>
          <a:xfrm>
            <a:off x="29898548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1" name="Shape 1231"/>
          <p:cNvSpPr/>
          <p:nvPr/>
        </p:nvSpPr>
        <p:spPr>
          <a:xfrm>
            <a:off x="29898548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2" name="Shape 1232"/>
          <p:cNvSpPr/>
          <p:nvPr/>
        </p:nvSpPr>
        <p:spPr>
          <a:xfrm>
            <a:off x="29898548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3" name="Text 1233"/>
          <p:cNvSpPr txBox="1"/>
          <p:nvPr/>
        </p:nvSpPr>
        <p:spPr>
          <a:xfrm rot="16200000">
            <a:off x="13121640" y="2201646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dot = 0.1%</a:t>
            </a:r>
            <a:endParaRPr lang="en-US" sz="1600" dirty="0"/>
          </a:p>
        </p:txBody>
      </p:sp>
      <p:sp>
        <p:nvSpPr>
          <p:cNvPr id="1264" name="Shape 1234"/>
          <p:cNvSpPr/>
          <p:nvPr/>
        </p:nvSpPr>
        <p:spPr>
          <a:xfrm>
            <a:off x="14538960" y="23047452"/>
            <a:ext cx="154990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5" name="Shape 1235"/>
          <p:cNvSpPr/>
          <p:nvPr/>
        </p:nvSpPr>
        <p:spPr>
          <a:xfrm>
            <a:off x="1453896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6" name="Text 1236"/>
          <p:cNvSpPr txBox="1"/>
          <p:nvPr/>
        </p:nvSpPr>
        <p:spPr>
          <a:xfrm>
            <a:off x="1399032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1267" name="Shape 1237"/>
          <p:cNvSpPr/>
          <p:nvPr/>
        </p:nvSpPr>
        <p:spPr>
          <a:xfrm>
            <a:off x="1841373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8" name="Text 1238"/>
          <p:cNvSpPr txBox="1"/>
          <p:nvPr/>
        </p:nvSpPr>
        <p:spPr>
          <a:xfrm>
            <a:off x="1786509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269" name="Shape 1239"/>
          <p:cNvSpPr/>
          <p:nvPr/>
        </p:nvSpPr>
        <p:spPr>
          <a:xfrm>
            <a:off x="2228850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0" name="Text 1240"/>
          <p:cNvSpPr txBox="1"/>
          <p:nvPr/>
        </p:nvSpPr>
        <p:spPr>
          <a:xfrm>
            <a:off x="2173986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271" name="Shape 1241"/>
          <p:cNvSpPr/>
          <p:nvPr/>
        </p:nvSpPr>
        <p:spPr>
          <a:xfrm>
            <a:off x="2616327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2" name="Text 1242"/>
          <p:cNvSpPr txBox="1"/>
          <p:nvPr/>
        </p:nvSpPr>
        <p:spPr>
          <a:xfrm>
            <a:off x="2561463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273" name="Shape 1243"/>
          <p:cNvSpPr/>
          <p:nvPr/>
        </p:nvSpPr>
        <p:spPr>
          <a:xfrm>
            <a:off x="3003804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4" name="Text 1244"/>
          <p:cNvSpPr txBox="1"/>
          <p:nvPr/>
        </p:nvSpPr>
        <p:spPr>
          <a:xfrm>
            <a:off x="2948940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275" name="Text 1245"/>
          <p:cNvSpPr txBox="1"/>
          <p:nvPr/>
        </p:nvSpPr>
        <p:spPr>
          <a:xfrm>
            <a:off x="14538960" y="23522940"/>
            <a:ext cx="1549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sample (%)</a:t>
            </a:r>
            <a:endParaRPr lang="en-US" sz="2000" dirty="0"/>
          </a:p>
        </p:txBody>
      </p:sp>
      <p:sp>
        <p:nvSpPr>
          <p:cNvPr id="1276" name="Shape 1246"/>
          <p:cNvSpPr/>
          <p:nvPr/>
        </p:nvSpPr>
        <p:spPr>
          <a:xfrm>
            <a:off x="13853160" y="24117300"/>
            <a:ext cx="457200" cy="457200"/>
          </a:xfrm>
          <a:prstGeom prst="ellipse">
            <a:avLst/>
          </a:prstGeom>
          <a:solidFill>
            <a:srgbClr val="BDBDB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7" name="Text 1247"/>
          <p:cNvSpPr txBox="1"/>
          <p:nvPr/>
        </p:nvSpPr>
        <p:spPr>
          <a:xfrm>
            <a:off x="1440180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124,773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800" dirty="0"/>
          </a:p>
        </p:txBody>
      </p:sp>
      <p:sp>
        <p:nvSpPr>
          <p:cNvPr id="1278" name="Shape 1248"/>
          <p:cNvSpPr/>
          <p:nvPr/>
        </p:nvSpPr>
        <p:spPr>
          <a:xfrm>
            <a:off x="17899380" y="24117300"/>
            <a:ext cx="457200" cy="457200"/>
          </a:xfrm>
          <a:prstGeom prst="ellipse">
            <a:avLst/>
          </a:prstGeom>
          <a:solidFill>
            <a:srgbClr val="E8D6A8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9" name="Text 1249"/>
          <p:cNvSpPr txBox="1"/>
          <p:nvPr/>
        </p:nvSpPr>
        <p:spPr>
          <a:xfrm>
            <a:off x="1844802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146,241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800" dirty="0"/>
          </a:p>
        </p:txBody>
      </p:sp>
      <p:sp>
        <p:nvSpPr>
          <p:cNvPr id="1280" name="Shape 1250"/>
          <p:cNvSpPr/>
          <p:nvPr/>
        </p:nvSpPr>
        <p:spPr>
          <a:xfrm>
            <a:off x="21945600" y="24117300"/>
            <a:ext cx="457200" cy="457200"/>
          </a:xfrm>
          <a:prstGeom prst="ellipse">
            <a:avLst/>
          </a:prstGeom>
          <a:solidFill>
            <a:srgbClr val="CFAE70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1" name="Text 1251"/>
          <p:cNvSpPr txBox="1"/>
          <p:nvPr/>
        </p:nvSpPr>
        <p:spPr>
          <a:xfrm>
            <a:off x="2249424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(4–6)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40,660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800" dirty="0"/>
          </a:p>
        </p:txBody>
      </p:sp>
      <p:sp>
        <p:nvSpPr>
          <p:cNvPr id="1282" name="Shape 1252"/>
          <p:cNvSpPr/>
          <p:nvPr/>
        </p:nvSpPr>
        <p:spPr>
          <a:xfrm>
            <a:off x="25991820" y="24117300"/>
            <a:ext cx="457200" cy="457200"/>
          </a:xfrm>
          <a:prstGeom prst="ellipse">
            <a:avLst/>
          </a:prstGeom>
          <a:solidFill>
            <a:srgbClr val="8C6A2F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3" name="Text 1253"/>
          <p:cNvSpPr txBox="1"/>
          <p:nvPr/>
        </p:nvSpPr>
        <p:spPr>
          <a:xfrm>
            <a:off x="2654046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(7+)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20,847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800" dirty="0"/>
          </a:p>
        </p:txBody>
      </p:sp>
      <p:sp>
        <p:nvSpPr>
          <p:cNvPr id="1284" name="Text 1254"/>
          <p:cNvSpPr txBox="1"/>
          <p:nvPr/>
        </p:nvSpPr>
        <p:spPr>
          <a:xfrm>
            <a:off x="13853160" y="25379172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3 estimates, percentage points [95% CI]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853160" y="25927812"/>
          <a:ext cx="1618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429768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health (poor)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frequency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(1–3)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−22.7*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[−23.8, −21.6]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[−1.5, 0.6]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[−1.9, 1.3]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(4–6)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E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−34.2*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[−35.7, −32.7]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−2.92*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[−4.4, −1.4]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[−3.7, 0.8]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(7+)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−35.9*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[−37.9, −33.9]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[−4.5, −0.5]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[−3.3, 2.5]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161,344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160,974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66,089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6" name="Text 1255"/>
          <p:cNvSpPr txBox="1"/>
          <p:nvPr/>
        </p:nvSpPr>
        <p:spPr>
          <a:xfrm>
            <a:off x="13853160" y="30929580"/>
            <a:ext cx="1618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Significant (95% CI excludes 0); highlighted. Reference group: no moderate activity.</a:t>
            </a:r>
            <a:endParaRPr lang="en-US" sz="1800" dirty="0"/>
          </a:p>
        </p:txBody>
      </p:sp>
      <p:sp>
        <p:nvSpPr>
          <p:cNvPr id="1287" name="Shape 1256"/>
          <p:cNvSpPr/>
          <p:nvPr/>
        </p:nvSpPr>
        <p:spPr>
          <a:xfrm>
            <a:off x="30952440" y="7086600"/>
            <a:ext cx="12252960" cy="8549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288" name="Shape 1257"/>
          <p:cNvSpPr/>
          <p:nvPr/>
        </p:nvSpPr>
        <p:spPr>
          <a:xfrm>
            <a:off x="3118104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9" name="Shape 1258"/>
          <p:cNvSpPr/>
          <p:nvPr/>
        </p:nvSpPr>
        <p:spPr>
          <a:xfrm>
            <a:off x="3125419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418784" y="7525512"/>
            <a:ext cx="438912" cy="438912"/>
          </a:xfrm>
          <a:prstGeom prst="rect">
            <a:avLst/>
          </a:prstGeom>
        </p:spPr>
      </p:pic>
      <p:sp>
        <p:nvSpPr>
          <p:cNvPr id="1291" name="Text 1259"/>
          <p:cNvSpPr txBox="1"/>
          <p:nvPr/>
        </p:nvSpPr>
        <p:spPr>
          <a:xfrm>
            <a:off x="3214116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1292" name="Shape 1260"/>
          <p:cNvSpPr/>
          <p:nvPr/>
        </p:nvSpPr>
        <p:spPr>
          <a:xfrm>
            <a:off x="31363920" y="8563356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508761" y="8708197"/>
            <a:ext cx="368686" cy="368686"/>
          </a:xfrm>
          <a:prstGeom prst="rect">
            <a:avLst/>
          </a:prstGeom>
        </p:spPr>
      </p:pic>
      <p:sp>
        <p:nvSpPr>
          <p:cNvPr id="1294" name="Text 1261"/>
          <p:cNvSpPr txBox="1"/>
          <p:nvPr/>
        </p:nvSpPr>
        <p:spPr>
          <a:xfrm>
            <a:off x="32232600" y="845820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sessions a week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the largest link with fewer frequent depressive symptoms</a:t>
            </a:r>
            <a:endParaRPr lang="en-US" sz="2400" dirty="0"/>
          </a:p>
        </p:txBody>
      </p:sp>
      <p:sp>
        <p:nvSpPr>
          <p:cNvPr id="1295" name="Shape 1262"/>
          <p:cNvSpPr/>
          <p:nvPr/>
        </p:nvSpPr>
        <p:spPr>
          <a:xfrm>
            <a:off x="31363920" y="9436608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508761" y="9581449"/>
            <a:ext cx="368686" cy="368686"/>
          </a:xfrm>
          <a:prstGeom prst="rect">
            <a:avLst/>
          </a:prstGeom>
        </p:spPr>
      </p:pic>
      <p:sp>
        <p:nvSpPr>
          <p:cNvPr id="1297" name="Text 1263"/>
          <p:cNvSpPr txBox="1"/>
          <p:nvPr/>
        </p:nvSpPr>
        <p:spPr>
          <a:xfrm>
            <a:off x="32232600" y="9491472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self-rated health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activity level (−22.7 to −35.9 pp)</a:t>
            </a:r>
            <a:endParaRPr lang="en-US" sz="2400" dirty="0"/>
          </a:p>
        </p:txBody>
      </p:sp>
      <p:sp>
        <p:nvSpPr>
          <p:cNvPr id="1298" name="Shape 1264"/>
          <p:cNvSpPr/>
          <p:nvPr/>
        </p:nvSpPr>
        <p:spPr>
          <a:xfrm>
            <a:off x="31363920" y="10149840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508761" y="10294681"/>
            <a:ext cx="368686" cy="368686"/>
          </a:xfrm>
          <a:prstGeom prst="rect">
            <a:avLst/>
          </a:prstGeom>
        </p:spPr>
      </p:pic>
      <p:sp>
        <p:nvSpPr>
          <p:cNvPr id="1300" name="Text 1265"/>
          <p:cNvSpPr txBox="1"/>
          <p:nvPr/>
        </p:nvSpPr>
        <p:spPr>
          <a:xfrm>
            <a:off x="32232600" y="10204704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prior work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(Kandola et al., 2019; Pearce et al., 2022)</a:t>
            </a:r>
            <a:endParaRPr lang="en-US" sz="2400" dirty="0"/>
          </a:p>
        </p:txBody>
      </p:sp>
      <p:sp>
        <p:nvSpPr>
          <p:cNvPr id="1301" name="Shape 1266"/>
          <p:cNvSpPr/>
          <p:nvPr/>
        </p:nvSpPr>
        <p:spPr>
          <a:xfrm>
            <a:off x="31363920" y="11023092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508761" y="11167933"/>
            <a:ext cx="368686" cy="368686"/>
          </a:xfrm>
          <a:prstGeom prst="rect">
            <a:avLst/>
          </a:prstGeom>
        </p:spPr>
      </p:pic>
      <p:sp>
        <p:nvSpPr>
          <p:cNvPr id="1303" name="Text 1267"/>
          <p:cNvSpPr txBox="1"/>
          <p:nvPr/>
        </p:nvSpPr>
        <p:spPr>
          <a:xfrm>
            <a:off x="32232600" y="10917936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status matters: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receipt consistently predicted worse outcomes</a:t>
            </a:r>
            <a:endParaRPr lang="en-US" sz="2400" dirty="0"/>
          </a:p>
        </p:txBody>
      </p:sp>
      <p:sp>
        <p:nvSpPr>
          <p:cNvPr id="1304" name="Shape 1268"/>
          <p:cNvSpPr/>
          <p:nvPr/>
        </p:nvSpPr>
        <p:spPr>
          <a:xfrm>
            <a:off x="31363920" y="11896344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508761" y="12041185"/>
            <a:ext cx="368686" cy="368686"/>
          </a:xfrm>
          <a:prstGeom prst="rect">
            <a:avLst/>
          </a:prstGeom>
        </p:spPr>
      </p:pic>
      <p:sp>
        <p:nvSpPr>
          <p:cNvPr id="1306" name="Text 1269"/>
          <p:cNvSpPr txBox="1"/>
          <p:nvPr/>
        </p:nvSpPr>
        <p:spPr>
          <a:xfrm>
            <a:off x="32232600" y="1195120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with depression level: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CIs include 0 (R² = 0.038)</a:t>
            </a:r>
            <a:endParaRPr lang="en-US" sz="2400" dirty="0"/>
          </a:p>
        </p:txBody>
      </p:sp>
      <p:sp>
        <p:nvSpPr>
          <p:cNvPr id="1307" name="Text 1270"/>
          <p:cNvSpPr txBox="1"/>
          <p:nvPr/>
        </p:nvSpPr>
        <p:spPr>
          <a:xfrm>
            <a:off x="31363920" y="127101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1308" name="Shape 1271"/>
          <p:cNvSpPr/>
          <p:nvPr/>
        </p:nvSpPr>
        <p:spPr>
          <a:xfrm>
            <a:off x="313639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09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546800" y="13487400"/>
            <a:ext cx="393192" cy="393192"/>
          </a:xfrm>
          <a:prstGeom prst="rect">
            <a:avLst/>
          </a:prstGeom>
        </p:spPr>
      </p:pic>
      <p:sp>
        <p:nvSpPr>
          <p:cNvPr id="1310" name="Text 1272"/>
          <p:cNvSpPr txBox="1"/>
          <p:nvPr/>
        </p:nvSpPr>
        <p:spPr>
          <a:xfrm>
            <a:off x="320954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 bias</a:t>
            </a:r>
            <a:endParaRPr lang="en-US" sz="2400" dirty="0"/>
          </a:p>
        </p:txBody>
      </p:sp>
      <p:sp>
        <p:nvSpPr>
          <p:cNvPr id="1311" name="Shape 1273"/>
          <p:cNvSpPr/>
          <p:nvPr/>
        </p:nvSpPr>
        <p:spPr>
          <a:xfrm>
            <a:off x="371932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376100" y="13487400"/>
            <a:ext cx="393192" cy="393192"/>
          </a:xfrm>
          <a:prstGeom prst="rect">
            <a:avLst/>
          </a:prstGeom>
        </p:spPr>
      </p:pic>
      <p:sp>
        <p:nvSpPr>
          <p:cNvPr id="1313" name="Text 1274"/>
          <p:cNvSpPr txBox="1"/>
          <p:nvPr/>
        </p:nvSpPr>
        <p:spPr>
          <a:xfrm>
            <a:off x="379247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confounders</a:t>
            </a:r>
            <a:endParaRPr lang="en-US" sz="2400" dirty="0"/>
          </a:p>
        </p:txBody>
      </p:sp>
      <p:sp>
        <p:nvSpPr>
          <p:cNvPr id="1314" name="Shape 1275"/>
          <p:cNvSpPr/>
          <p:nvPr/>
        </p:nvSpPr>
        <p:spPr>
          <a:xfrm>
            <a:off x="313639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5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546800" y="14511528"/>
            <a:ext cx="393192" cy="393192"/>
          </a:xfrm>
          <a:prstGeom prst="rect">
            <a:avLst/>
          </a:prstGeom>
        </p:spPr>
      </p:pic>
      <p:sp>
        <p:nvSpPr>
          <p:cNvPr id="1316" name="Text 1276"/>
          <p:cNvSpPr txBox="1"/>
          <p:nvPr/>
        </p:nvSpPr>
        <p:spPr>
          <a:xfrm>
            <a:off x="320954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Association, not cause</a:t>
            </a:r>
            <a:endParaRPr lang="en-US" sz="2400" dirty="0"/>
          </a:p>
        </p:txBody>
      </p:sp>
      <p:sp>
        <p:nvSpPr>
          <p:cNvPr id="1317" name="Shape 1277"/>
          <p:cNvSpPr/>
          <p:nvPr/>
        </p:nvSpPr>
        <p:spPr>
          <a:xfrm>
            <a:off x="371932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376100" y="14511528"/>
            <a:ext cx="393192" cy="393192"/>
          </a:xfrm>
          <a:prstGeom prst="rect">
            <a:avLst/>
          </a:prstGeom>
        </p:spPr>
      </p:pic>
      <p:sp>
        <p:nvSpPr>
          <p:cNvPr id="1319" name="Text 1278"/>
          <p:cNvSpPr txBox="1"/>
          <p:nvPr/>
        </p:nvSpPr>
        <p:spPr>
          <a:xfrm>
            <a:off x="379247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only in categories</a:t>
            </a:r>
            <a:endParaRPr lang="en-US" sz="2400" dirty="0"/>
          </a:p>
        </p:txBody>
      </p:sp>
      <p:sp>
        <p:nvSpPr>
          <p:cNvPr id="1320" name="Shape 1279"/>
          <p:cNvSpPr/>
          <p:nvPr/>
        </p:nvSpPr>
        <p:spPr>
          <a:xfrm>
            <a:off x="30952440" y="16093440"/>
            <a:ext cx="12252960" cy="7772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21" name="Shape 1280"/>
          <p:cNvSpPr/>
          <p:nvPr/>
        </p:nvSpPr>
        <p:spPr>
          <a:xfrm>
            <a:off x="31181040" y="163220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22" name="Shape 1281"/>
          <p:cNvSpPr/>
          <p:nvPr/>
        </p:nvSpPr>
        <p:spPr>
          <a:xfrm>
            <a:off x="31254192" y="163677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3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18784" y="16532352"/>
            <a:ext cx="438912" cy="438912"/>
          </a:xfrm>
          <a:prstGeom prst="rect">
            <a:avLst/>
          </a:prstGeom>
        </p:spPr>
      </p:pic>
      <p:sp>
        <p:nvSpPr>
          <p:cNvPr id="1324" name="Text 1282"/>
          <p:cNvSpPr txBox="1"/>
          <p:nvPr/>
        </p:nvSpPr>
        <p:spPr>
          <a:xfrm>
            <a:off x="32141160" y="16322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1325" name="Text 1283"/>
          <p:cNvSpPr txBox="1"/>
          <p:nvPr/>
        </p:nvSpPr>
        <p:spPr>
          <a:xfrm>
            <a:off x="31363920" y="173553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326" name="Text 1284"/>
          <p:cNvSpPr txBox="1"/>
          <p:nvPr/>
        </p:nvSpPr>
        <p:spPr>
          <a:xfrm>
            <a:off x="32324040" y="1746504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moderately active 4–6 times a week was linked to a lower chance of feeling depressed often.</a:t>
            </a:r>
            <a:endParaRPr lang="en-US" sz="2400" dirty="0"/>
          </a:p>
        </p:txBody>
      </p:sp>
      <p:sp>
        <p:nvSpPr>
          <p:cNvPr id="1327" name="Text 1285"/>
          <p:cNvSpPr txBox="1"/>
          <p:nvPr/>
        </p:nvSpPr>
        <p:spPr>
          <a:xfrm>
            <a:off x="31363920" y="18333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1328" name="Text 1286"/>
          <p:cNvSpPr txBox="1"/>
          <p:nvPr/>
        </p:nvSpPr>
        <p:spPr>
          <a:xfrm>
            <a:off x="32324040" y="18443448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regular moderate activity – even 1–3 times a week – was linked to better self-rated health.</a:t>
            </a:r>
            <a:endParaRPr lang="en-US" sz="2400" dirty="0"/>
          </a:p>
        </p:txBody>
      </p:sp>
      <p:sp>
        <p:nvSpPr>
          <p:cNvPr id="1329" name="Text 1287"/>
          <p:cNvSpPr txBox="1"/>
          <p:nvPr/>
        </p:nvSpPr>
        <p:spPr>
          <a:xfrm>
            <a:off x="31363920" y="19312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1330" name="Text 1288"/>
          <p:cNvSpPr txBox="1"/>
          <p:nvPr/>
        </p:nvSpPr>
        <p:spPr>
          <a:xfrm>
            <a:off x="32324040" y="19421856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was not linked to how strongly depression is felt, so it is a low-cost complement to care, not a cure.</a:t>
            </a:r>
            <a:endParaRPr lang="en-US" sz="2400" dirty="0"/>
          </a:p>
        </p:txBody>
      </p:sp>
      <p:sp>
        <p:nvSpPr>
          <p:cNvPr id="1331" name="Shape 1289"/>
          <p:cNvSpPr/>
          <p:nvPr/>
        </p:nvSpPr>
        <p:spPr>
          <a:xfrm>
            <a:off x="31363920" y="20400264"/>
            <a:ext cx="11430000" cy="1097280"/>
          </a:xfrm>
          <a:prstGeom prst="roundRect">
            <a:avLst>
              <a:gd name="adj" fmla="val 16667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32" name="Text 1290"/>
          <p:cNvSpPr txBox="1"/>
          <p:nvPr/>
        </p:nvSpPr>
        <p:spPr>
          <a:xfrm>
            <a:off x="31592520" y="2049170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depression rises and care stays hard to reach, regular moderate activity is a low-cost tool worth promoting.</a:t>
            </a:r>
            <a:endParaRPr lang="en-US" sz="2400" dirty="0"/>
          </a:p>
        </p:txBody>
      </p:sp>
      <p:sp>
        <p:nvSpPr>
          <p:cNvPr id="1333" name="Shape 1291"/>
          <p:cNvSpPr/>
          <p:nvPr/>
        </p:nvSpPr>
        <p:spPr>
          <a:xfrm>
            <a:off x="31363920" y="21680424"/>
            <a:ext cx="11430000" cy="1874520"/>
          </a:xfrm>
          <a:prstGeom prst="roundRect">
            <a:avLst>
              <a:gd name="adj" fmla="val 9756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4" name="Shape 1292"/>
          <p:cNvSpPr/>
          <p:nvPr/>
        </p:nvSpPr>
        <p:spPr>
          <a:xfrm>
            <a:off x="31592520" y="21909024"/>
            <a:ext cx="731520" cy="73152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3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775400" y="22091904"/>
            <a:ext cx="365760" cy="365760"/>
          </a:xfrm>
          <a:prstGeom prst="rect">
            <a:avLst/>
          </a:prstGeom>
        </p:spPr>
      </p:pic>
      <p:sp>
        <p:nvSpPr>
          <p:cNvPr id="1336" name="Text 1293"/>
          <p:cNvSpPr txBox="1"/>
          <p:nvPr/>
        </p:nvSpPr>
        <p:spPr>
          <a:xfrm>
            <a:off x="32506920" y="219090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1337" name="Text 1294"/>
          <p:cNvSpPr txBox="1"/>
          <p:nvPr/>
        </p:nvSpPr>
        <p:spPr>
          <a:xfrm>
            <a:off x="31638240" y="2259482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activity as a treatment for people clinically diagnosed with depression, tracking real-time, individual-level change.</a:t>
            </a:r>
            <a:endParaRPr lang="en-US" sz="2200" dirty="0"/>
          </a:p>
        </p:txBody>
      </p:sp>
      <p:sp>
        <p:nvSpPr>
          <p:cNvPr id="1338" name="Shape 1295"/>
          <p:cNvSpPr/>
          <p:nvPr/>
        </p:nvSpPr>
        <p:spPr>
          <a:xfrm>
            <a:off x="30952440" y="24323040"/>
            <a:ext cx="12252960" cy="790956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9" name="Shape 1296"/>
          <p:cNvSpPr/>
          <p:nvPr/>
        </p:nvSpPr>
        <p:spPr>
          <a:xfrm>
            <a:off x="31181040" y="245516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40" name="Shape 1297"/>
          <p:cNvSpPr/>
          <p:nvPr/>
        </p:nvSpPr>
        <p:spPr>
          <a:xfrm>
            <a:off x="31254192" y="245973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41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418784" y="24761952"/>
            <a:ext cx="438912" cy="438912"/>
          </a:xfrm>
          <a:prstGeom prst="rect">
            <a:avLst/>
          </a:prstGeom>
        </p:spPr>
      </p:pic>
      <p:sp>
        <p:nvSpPr>
          <p:cNvPr id="1342" name="Text 1298"/>
          <p:cNvSpPr txBox="1"/>
          <p:nvPr/>
        </p:nvSpPr>
        <p:spPr>
          <a:xfrm>
            <a:off x="32141160" y="245516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4000" dirty="0"/>
          </a:p>
        </p:txBody>
      </p:sp>
      <p:sp>
        <p:nvSpPr>
          <p:cNvPr id="1343" name="Text 1299"/>
          <p:cNvSpPr txBox="1"/>
          <p:nvPr/>
        </p:nvSpPr>
        <p:spPr>
          <a:xfrm>
            <a:off x="31363920" y="25648920"/>
            <a:ext cx="1143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thank Professor Osborne for his helpful feedback on the manuscript, and my mom and dad for their constant support and encouragement.</a:t>
            </a:r>
            <a:endParaRPr lang="en-US" sz="2400" dirty="0"/>
          </a:p>
        </p:txBody>
      </p:sp>
      <p:sp>
        <p:nvSpPr>
          <p:cNvPr id="1344" name="Text 1300"/>
          <p:cNvSpPr txBox="1"/>
          <p:nvPr/>
        </p:nvSpPr>
        <p:spPr>
          <a:xfrm>
            <a:off x="31363920" y="26910792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independent study received no external funding.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v8.1 (Blewett et al., 2025).</a:t>
            </a:r>
            <a:endParaRPr lang="en-US" sz="2000" dirty="0"/>
          </a:p>
        </p:txBody>
      </p:sp>
      <p:sp>
        <p:nvSpPr>
          <p:cNvPr id="1345" name="Shape 1301"/>
          <p:cNvSpPr/>
          <p:nvPr/>
        </p:nvSpPr>
        <p:spPr>
          <a:xfrm>
            <a:off x="31363920" y="27752040"/>
            <a:ext cx="11430000" cy="1783080"/>
          </a:xfrm>
          <a:prstGeom prst="roundRect">
            <a:avLst>
              <a:gd name="adj" fmla="val 10256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46" name="Text 1302"/>
          <p:cNvSpPr txBox="1"/>
          <p:nvPr/>
        </p:nvSpPr>
        <p:spPr>
          <a:xfrm>
            <a:off x="31546800" y="27825192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Contribution Statement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(sole author) conceived and designed the study, prepared the data, performed all analyses, interpreted the results, wrote the manuscript, and designed this poster.</a:t>
            </a:r>
            <a:endParaRPr lang="en-US" sz="2200" dirty="0"/>
          </a:p>
        </p:txBody>
      </p:sp>
      <p:sp>
        <p:nvSpPr>
          <p:cNvPr id="1347" name="Text 1303"/>
          <p:cNvSpPr txBox="1"/>
          <p:nvPr/>
        </p:nvSpPr>
        <p:spPr>
          <a:xfrm>
            <a:off x="31363920" y="29672280"/>
            <a:ext cx="11430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Alzahrani, H., et al. (2024). J. Adv. Trends Med. Res., 862–869.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Blewett, L. A., et al. (2025). IPUMS Health Surveys: NHIS, v8.1. doi.org/10.18128/D071.V8.1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Goodwin, R. D., et al. (2022). Am. J. Prev. Med., 63(5), 726–733.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Kandola, A., et al. (2019). Neurosci. Biobehav. Rev., 107, 525–539.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Pearce, M., et al. (2022). JAMA Psychiatry, 79(6), 550–559.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NIMH (n.d.). Major Depression. · WHO (2025). Depressive disorder (depression).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Moderate Physical Activity and Self-Reported Depression Outcomes (NHIS 2010-2023)</dc:title>
  <dc:subject>PptxGenJS Presentation</dc:subject>
  <dc:creator>Nicolas Greco</dc:creator>
  <cp:lastModifiedBy>Nicolas Greco</cp:lastModifiedBy>
  <cp:revision>1</cp:revision>
  <dcterms:created xsi:type="dcterms:W3CDTF">2026-10-19T01:32:54Z</dcterms:created>
  <dcterms:modified xsi:type="dcterms:W3CDTF">2026-10-19T01:32:54Z</dcterms:modified>
</cp:coreProperties>
</file>